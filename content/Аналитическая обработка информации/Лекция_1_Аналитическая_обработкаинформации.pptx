
<file path=[Content_Types].xml><?xml version="1.0" encoding="utf-8"?>
<Types xmlns="http://schemas.openxmlformats.org/package/2006/content-types">
  <Override PartName="/ppt/slides/slide29.xml" ContentType="application/vnd.openxmlformats-officedocument.presentationml.slide+xml"/>
  <Override PartName="/ppt/slides/slide47.xml" ContentType="application/vnd.openxmlformats-officedocument.presentationml.slide+xml"/>
  <Override PartName="/ppt/diagrams/drawing2.xml" ContentType="application/vnd.ms-office.drawingml.diagramDrawing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s/slide36.xml" ContentType="application/vnd.openxmlformats-officedocument.presentationml.slide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diagrams/quickStyle2.xml" ContentType="application/vnd.openxmlformats-officedocument.drawingml.diagramStyle+xml"/>
  <Override PartName="/ppt/slides/slide25.xml" ContentType="application/vnd.openxmlformats-officedocument.presentationml.slide+xml"/>
  <Override PartName="/ppt/slides/slide43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Default Extension="xml" ContentType="application/xml"/>
  <Override PartName="/ppt/slides/slide14.xml" ContentType="application/vnd.openxmlformats-officedocument.presentationml.slide+xml"/>
  <Override PartName="/ppt/slides/slide32.xml" ContentType="application/vnd.openxmlformats-officedocument.presentationml.slide+xml"/>
  <Override PartName="/ppt/slides/slide50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slides/slide30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diagrams/layout5.xml" ContentType="application/vnd.openxmlformats-officedocument.drawingml.diagramLayout+xml"/>
  <Override PartName="/ppt/diagrams/data6.xml" ContentType="application/vnd.openxmlformats-officedocument.drawingml.diagramData+xml"/>
  <Override PartName="/ppt/diagrams/layout3.xml" ContentType="application/vnd.openxmlformats-officedocument.drawingml.diagramLayout+xml"/>
  <Override PartName="/ppt/diagrams/data4.xml" ContentType="application/vnd.openxmlformats-officedocument.drawingml.diagramData+xml"/>
  <Override PartName="/ppt/diagrams/layout1.xml" ContentType="application/vnd.openxmlformats-officedocument.drawingml.diagramLayout+xml"/>
  <Override PartName="/ppt/diagrams/data2.xml" ContentType="application/vnd.openxmlformats-officedocument.drawingml.diagramData+xml"/>
  <Override PartName="/ppt/diagrams/colors6.xml" ContentType="application/vnd.openxmlformats-officedocument.drawingml.diagramColors+xml"/>
  <Override PartName="/ppt/diagrams/drawing7.xml" ContentType="application/vnd.ms-office.drawingml.diagramDrawing+xml"/>
  <Override PartName="/ppt/slides/slide7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diagrams/colors4.xml" ContentType="application/vnd.openxmlformats-officedocument.drawingml.diagramColors+xml"/>
  <Override PartName="/ppt/diagrams/quickStyle7.xml" ContentType="application/vnd.openxmlformats-officedocument.drawingml.diagramStyle+xml"/>
  <Override PartName="/ppt/diagrams/drawing5.xml" ContentType="application/vnd.ms-office.drawingml.diagramDrawing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s/slide28.xml" ContentType="application/vnd.openxmlformats-officedocument.presentationml.slide+xml"/>
  <Override PartName="/ppt/slides/slide39.xml" ContentType="application/vnd.openxmlformats-officedocument.presentationml.slide+xml"/>
  <Override PartName="/ppt/slides/slide48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Override PartName="/ppt/notesSlides/notesSlide1.xml" ContentType="application/vnd.openxmlformats-officedocument.presentationml.notesSlide+xml"/>
  <Override PartName="/ppt/diagrams/colors2.xml" ContentType="application/vnd.openxmlformats-officedocument.drawingml.diagramColors+xml"/>
  <Override PartName="/ppt/diagrams/quickStyle5.xml" ContentType="application/vnd.openxmlformats-officedocument.drawingml.diagramStyle+xml"/>
  <Override PartName="/ppt/diagrams/drawing3.xml" ContentType="application/vnd.ms-office.drawingml.diagramDrawing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slides/slide26.xml" ContentType="application/vnd.openxmlformats-officedocument.presentationml.slide+xml"/>
  <Override PartName="/ppt/slides/slide37.xml" ContentType="application/vnd.openxmlformats-officedocument.presentationml.slide+xml"/>
  <Override PartName="/ppt/slides/slide46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quickStyle3.xml" ContentType="application/vnd.openxmlformats-officedocument.drawingml.diagramStyle+xml"/>
  <Override PartName="/ppt/diagrams/drawing1.xml" ContentType="application/vnd.ms-office.drawingml.diagramDrawing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s/slide33.xml" ContentType="application/vnd.openxmlformats-officedocument.presentationml.slide+xml"/>
  <Override PartName="/ppt/slides/slide35.xml" ContentType="application/vnd.openxmlformats-officedocument.presentationml.slide+xml"/>
  <Override PartName="/ppt/slides/slide4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diagrams/quickStyle1.xml" ContentType="application/vnd.openxmlformats-officedocument.drawingml.diagramStyle+xml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s/slide31.xml" ContentType="application/vnd.openxmlformats-officedocument.presentationml.slide+xml"/>
  <Override PartName="/ppt/slides/slide42.xml" ContentType="application/vnd.openxmlformats-officedocument.presentationml.slide+xml"/>
  <Override PartName="/ppt/slides/slide51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diagrams/layout6.xml" ContentType="application/vnd.openxmlformats-officedocument.drawingml.diagram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s/slide40.xml" ContentType="application/vnd.openxmlformats-officedocument.presentationml.slide+xml"/>
  <Override PartName="/ppt/slideLayouts/slideLayout12.xml" ContentType="application/vnd.openxmlformats-officedocument.presentationml.slideLayout+xml"/>
  <Override PartName="/ppt/diagrams/layout4.xml" ContentType="application/vnd.openxmlformats-officedocument.drawingml.diagramLayout+xml"/>
  <Override PartName="/ppt/diagrams/data7.xml" ContentType="application/vnd.openxmlformats-officedocument.drawingml.diagramData+xml"/>
  <Override PartName="/ppt/slideLayouts/slideLayout10.xml" ContentType="application/vnd.openxmlformats-officedocument.presentationml.slideLayout+xml"/>
  <Override PartName="/ppt/diagrams/layout2.xml" ContentType="application/vnd.openxmlformats-officedocument.drawingml.diagramLayout+xml"/>
  <Override PartName="/ppt/diagrams/data5.xml" ContentType="application/vnd.openxmlformats-officedocument.drawingml.diagramData+xml"/>
  <Override PartName="/ppt/diagrams/colors7.xml" ContentType="application/vnd.openxmlformats-officedocument.drawingml.diagramColors+xml"/>
  <Override PartName="/ppt/diagrams/data3.xml" ContentType="application/vnd.openxmlformats-officedocument.drawingml.diagramData+xml"/>
  <Override PartName="/ppt/diagrams/colors5.xml" ContentType="application/vnd.openxmlformats-officedocument.drawingml.diagramColors+xml"/>
  <Override PartName="/ppt/diagrams/drawing6.xml" ContentType="application/vnd.ms-office.drawingml.diagramDrawing+xml"/>
  <Override PartName="/ppt/slides/slide8.xml" ContentType="application/vnd.openxmlformats-officedocument.presentationml.slide+xml"/>
  <Override PartName="/ppt/slides/slide49.xml" ContentType="application/vnd.openxmlformats-officedocument.presentationml.slide+xml"/>
  <Override PartName="/ppt/diagrams/data1.xml" ContentType="application/vnd.openxmlformats-officedocument.drawingml.diagramData+xml"/>
  <Override PartName="/ppt/diagrams/colors3.xml" ContentType="application/vnd.openxmlformats-officedocument.drawingml.diagramColors+xml"/>
  <Override PartName="/ppt/diagrams/quickStyle6.xml" ContentType="application/vnd.openxmlformats-officedocument.drawingml.diagramStyle+xml"/>
  <Override PartName="/docProps/core.xml" ContentType="application/vnd.openxmlformats-package.core-properties+xml"/>
  <Override PartName="/ppt/diagrams/drawing4.xml" ContentType="application/vnd.ms-office.drawingml.diagramDrawing+xml"/>
  <Override PartName="/ppt/slides/slide6.xml" ContentType="application/vnd.openxmlformats-officedocument.presentationml.slide+xml"/>
  <Override PartName="/ppt/slides/slide38.xml" ContentType="application/vnd.openxmlformats-officedocument.presentationml.slide+xml"/>
  <Override PartName="/ppt/slideLayouts/slideLayout8.xml" ContentType="application/vnd.openxmlformats-officedocument.presentationml.slideLayout+xml"/>
  <Override PartName="/ppt/diagrams/colors1.xml" ContentType="application/vnd.openxmlformats-officedocument.drawingml.diagramColors+xml"/>
  <Override PartName="/ppt/diagrams/quickStyle4.xml" ContentType="application/vnd.openxmlformats-officedocument.drawingml.diagramStyle+xml"/>
  <Override PartName="/ppt/slideMasters/slideMaster1.xml" ContentType="application/vnd.openxmlformats-officedocument.presentationml.slideMaster+xml"/>
  <Override PartName="/ppt/slides/slide27.xml" ContentType="application/vnd.openxmlformats-officedocument.presentationml.slide+xml"/>
  <Override PartName="/ppt/slides/slide45.xml" ContentType="application/vnd.openxmlformats-officedocument.presentationml.slide+xml"/>
  <Override PartName="/ppt/slideLayouts/slideLayout4.xml" ContentType="application/vnd.openxmlformats-officedocument.presentationml.slideLayout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34.xml" ContentType="application/vnd.openxmlformats-officedocument.presentationml.slide+xml"/>
  <Override PartName="/ppt/slideLayouts/slideLayout15.xml" ContentType="application/vnd.openxmlformats-officedocument.presentationml.slideLayout+xml"/>
  <Default Extension="rels" ContentType="application/vnd.openxmlformats-package.relationships+xml"/>
  <Override PartName="/ppt/slides/slide23.xml" ContentType="application/vnd.openxmlformats-officedocument.presentationml.slide+xml"/>
  <Override PartName="/ppt/slides/slide41.xml" ContentType="application/vnd.openxmlformats-officedocument.presentationml.slide+xml"/>
  <Override PartName="/ppt/diagrams/layout7.xml" ContentType="application/vnd.openxmlformats-officedocument.drawingml.diagram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2" r:id="rId1"/>
  </p:sldMasterIdLst>
  <p:notesMasterIdLst>
    <p:notesMasterId r:id="rId53"/>
  </p:notesMasterIdLst>
  <p:sldIdLst>
    <p:sldId id="256" r:id="rId2"/>
    <p:sldId id="259" r:id="rId3"/>
    <p:sldId id="260" r:id="rId4"/>
    <p:sldId id="261" r:id="rId5"/>
    <p:sldId id="262" r:id="rId6"/>
    <p:sldId id="263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  <p:sldId id="274" r:id="rId18"/>
    <p:sldId id="275" r:id="rId19"/>
    <p:sldId id="276" r:id="rId20"/>
    <p:sldId id="277" r:id="rId21"/>
    <p:sldId id="278" r:id="rId22"/>
    <p:sldId id="279" r:id="rId23"/>
    <p:sldId id="280" r:id="rId24"/>
    <p:sldId id="281" r:id="rId25"/>
    <p:sldId id="282" r:id="rId26"/>
    <p:sldId id="283" r:id="rId27"/>
    <p:sldId id="284" r:id="rId28"/>
    <p:sldId id="285" r:id="rId29"/>
    <p:sldId id="286" r:id="rId30"/>
    <p:sldId id="287" r:id="rId31"/>
    <p:sldId id="288" r:id="rId32"/>
    <p:sldId id="289" r:id="rId33"/>
    <p:sldId id="290" r:id="rId34"/>
    <p:sldId id="291" r:id="rId35"/>
    <p:sldId id="292" r:id="rId36"/>
    <p:sldId id="293" r:id="rId37"/>
    <p:sldId id="294" r:id="rId38"/>
    <p:sldId id="295" r:id="rId39"/>
    <p:sldId id="296" r:id="rId40"/>
    <p:sldId id="297" r:id="rId41"/>
    <p:sldId id="298" r:id="rId42"/>
    <p:sldId id="299" r:id="rId43"/>
    <p:sldId id="300" r:id="rId44"/>
    <p:sldId id="301" r:id="rId45"/>
    <p:sldId id="302" r:id="rId46"/>
    <p:sldId id="303" r:id="rId47"/>
    <p:sldId id="304" r:id="rId48"/>
    <p:sldId id="305" r:id="rId49"/>
    <p:sldId id="306" r:id="rId50"/>
    <p:sldId id="307" r:id="rId51"/>
    <p:sldId id="308" r:id="rId5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32767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4995" autoAdjust="0"/>
    <p:restoredTop sz="94660"/>
  </p:normalViewPr>
  <p:slideViewPr>
    <p:cSldViewPr snapToGrid="0">
      <p:cViewPr varScale="1">
        <p:scale>
          <a:sx n="66" d="100"/>
          <a:sy n="66" d="100"/>
        </p:scale>
        <p:origin x="-60" y="-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54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theme" Target="theme/theme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7.xml><?xml version="1.0" encoding="utf-8"?>
<dgm:colorsDef xmlns:dgm="http://schemas.openxmlformats.org/drawingml/2006/diagram" xmlns:a="http://schemas.openxmlformats.org/drawingml/2006/main" uniqueId="urn:microsoft.com/office/officeart/2005/8/colors/accent1_1">
  <dgm:title val=""/>
  <dgm:desc val=""/>
  <dgm:catLst>
    <dgm:cat type="accent1" pri="11100"/>
  </dgm:catLst>
  <dgm:styleLbl name="node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1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40000"/>
      </a:schemeClr>
    </dgm:fillClrLst>
    <dgm:linClrLst meth="repeat">
      <a:schemeClr val="accent1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1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1">
        <a:alpha val="4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1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1">
        <a:alpha val="90000"/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4FE8848-D0C5-402B-A073-620703FC2182}" type="doc">
      <dgm:prSet loTypeId="urn:microsoft.com/office/officeart/2005/8/layout/list1" loCatId="list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ru-RU"/>
        </a:p>
      </dgm:t>
    </dgm:pt>
    <dgm:pt modelId="{52062FF3-A61B-4AA5-8391-833E2DBBD3BA}">
      <dgm:prSet phldrT="[Текст]" phldr="0" custT="1"/>
      <dgm:spPr/>
      <dgm:t>
        <a:bodyPr/>
        <a:lstStyle/>
        <a:p>
          <a:r>
            <a:rPr lang="ru-RU" sz="2000" dirty="0">
              <a:solidFill>
                <a:schemeClr val="tx1"/>
              </a:solidFill>
            </a:rPr>
            <a:t>Универсальна и подходит для введения проектов по аналитике данных.</a:t>
          </a:r>
        </a:p>
      </dgm:t>
    </dgm:pt>
    <dgm:pt modelId="{AA250B72-1F71-4D57-A659-F8391C1B02A6}" type="parTrans" cxnId="{F3DD3198-BEE4-4EEE-84CA-BEAD0FE4FC17}">
      <dgm:prSet/>
      <dgm:spPr/>
      <dgm:t>
        <a:bodyPr/>
        <a:lstStyle/>
        <a:p>
          <a:endParaRPr lang="ru-RU"/>
        </a:p>
      </dgm:t>
    </dgm:pt>
    <dgm:pt modelId="{21B1BBD4-CEBF-4992-BDB8-EFA7405F1DD9}" type="sibTrans" cxnId="{F3DD3198-BEE4-4EEE-84CA-BEAD0FE4FC17}">
      <dgm:prSet/>
      <dgm:spPr/>
      <dgm:t>
        <a:bodyPr/>
        <a:lstStyle/>
        <a:p>
          <a:endParaRPr lang="ru-RU"/>
        </a:p>
      </dgm:t>
    </dgm:pt>
    <dgm:pt modelId="{88352AEA-0B9A-4B27-86B5-4B0A36555DC6}">
      <dgm:prSet phldrT="[Текст]" phldr="0" custT="1"/>
      <dgm:spPr/>
      <dgm:t>
        <a:bodyPr/>
        <a:lstStyle/>
        <a:p>
          <a:r>
            <a:rPr lang="ru-RU" sz="2000" dirty="0">
              <a:solidFill>
                <a:schemeClr val="tx1"/>
              </a:solidFill>
            </a:rPr>
            <a:t>Нет привязки к конкретным программным продуктам</a:t>
          </a:r>
        </a:p>
      </dgm:t>
    </dgm:pt>
    <dgm:pt modelId="{BC4181A3-2661-4FDC-9E82-0ECE971AEA13}" type="parTrans" cxnId="{45686877-E95A-4229-BAD6-05F976C93FFA}">
      <dgm:prSet/>
      <dgm:spPr/>
      <dgm:t>
        <a:bodyPr/>
        <a:lstStyle/>
        <a:p>
          <a:endParaRPr lang="ru-RU"/>
        </a:p>
      </dgm:t>
    </dgm:pt>
    <dgm:pt modelId="{00790E83-1868-4427-BEE2-0FF84B384E96}" type="sibTrans" cxnId="{45686877-E95A-4229-BAD6-05F976C93FFA}">
      <dgm:prSet/>
      <dgm:spPr/>
      <dgm:t>
        <a:bodyPr/>
        <a:lstStyle/>
        <a:p>
          <a:endParaRPr lang="ru-RU"/>
        </a:p>
      </dgm:t>
    </dgm:pt>
    <dgm:pt modelId="{B488353C-29DD-4CD3-BC74-9CC6845A0CEB}">
      <dgm:prSet phldrT="[Текст]" phldr="0" custT="1"/>
      <dgm:spPr/>
      <dgm:t>
        <a:bodyPr/>
        <a:lstStyle/>
        <a:p>
          <a:r>
            <a:rPr lang="ru-RU" sz="2000" dirty="0">
              <a:solidFill>
                <a:schemeClr val="tx1"/>
              </a:solidFill>
            </a:rPr>
            <a:t>Близка по духу к </a:t>
          </a:r>
          <a:r>
            <a:rPr lang="en-US" sz="2000" dirty="0">
              <a:solidFill>
                <a:schemeClr val="tx1"/>
              </a:solidFill>
            </a:rPr>
            <a:t>Knowledge Discovery in Database  </a:t>
          </a:r>
          <a:endParaRPr lang="ru-RU" sz="2000" dirty="0">
            <a:solidFill>
              <a:schemeClr val="tx1"/>
            </a:solidFill>
          </a:endParaRPr>
        </a:p>
      </dgm:t>
    </dgm:pt>
    <dgm:pt modelId="{90126368-E387-4188-9B01-DB638F060F37}" type="parTrans" cxnId="{0CD390CF-9BC8-4309-876A-81B6DCCE9BEF}">
      <dgm:prSet/>
      <dgm:spPr/>
      <dgm:t>
        <a:bodyPr/>
        <a:lstStyle/>
        <a:p>
          <a:endParaRPr lang="ru-RU"/>
        </a:p>
      </dgm:t>
    </dgm:pt>
    <dgm:pt modelId="{E4335896-9F77-4164-99FE-3504C28D1CA6}" type="sibTrans" cxnId="{0CD390CF-9BC8-4309-876A-81B6DCCE9BEF}">
      <dgm:prSet/>
      <dgm:spPr/>
      <dgm:t>
        <a:bodyPr/>
        <a:lstStyle/>
        <a:p>
          <a:endParaRPr lang="ru-RU"/>
        </a:p>
      </dgm:t>
    </dgm:pt>
    <dgm:pt modelId="{89AEAE2B-F829-4FB9-BEC7-6F845956EBCD}" type="pres">
      <dgm:prSet presAssocID="{44FE8848-D0C5-402B-A073-620703FC2182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892E0009-2F0D-45CD-85BF-7D160DB3B50E}" type="pres">
      <dgm:prSet presAssocID="{52062FF3-A61B-4AA5-8391-833E2DBBD3BA}" presName="parentLin" presStyleCnt="0"/>
      <dgm:spPr/>
    </dgm:pt>
    <dgm:pt modelId="{98A0CB88-2CFD-4A9A-83C7-C21ACFD5F315}" type="pres">
      <dgm:prSet presAssocID="{52062FF3-A61B-4AA5-8391-833E2DBBD3BA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5B6FA328-CB30-44A8-8DB7-99968C905F3C}" type="pres">
      <dgm:prSet presAssocID="{52062FF3-A61B-4AA5-8391-833E2DBBD3BA}" presName="parentText" presStyleLbl="node1" presStyleIdx="0" presStyleCnt="3" custScaleX="95114" custScaleY="10033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85056FA-0632-40DB-AD6F-EF664A9A13D5}" type="pres">
      <dgm:prSet presAssocID="{52062FF3-A61B-4AA5-8391-833E2DBBD3BA}" presName="negativeSpace" presStyleCnt="0"/>
      <dgm:spPr/>
    </dgm:pt>
    <dgm:pt modelId="{C8450F2A-AAF8-4DE5-BFD4-A9473DE1ED37}" type="pres">
      <dgm:prSet presAssocID="{52062FF3-A61B-4AA5-8391-833E2DBBD3BA}" presName="childText" presStyleLbl="conFgAcc1" presStyleIdx="0" presStyleCnt="3">
        <dgm:presLayoutVars>
          <dgm:bulletEnabled val="1"/>
        </dgm:presLayoutVars>
      </dgm:prSet>
      <dgm:spPr/>
    </dgm:pt>
    <dgm:pt modelId="{E7D16557-0992-4588-A03B-1630A1F3A7ED}" type="pres">
      <dgm:prSet presAssocID="{21B1BBD4-CEBF-4992-BDB8-EFA7405F1DD9}" presName="spaceBetweenRectangles" presStyleCnt="0"/>
      <dgm:spPr/>
    </dgm:pt>
    <dgm:pt modelId="{4CF1AAD6-5209-43E9-8DC9-E1DA292F460F}" type="pres">
      <dgm:prSet presAssocID="{88352AEA-0B9A-4B27-86B5-4B0A36555DC6}" presName="parentLin" presStyleCnt="0"/>
      <dgm:spPr/>
    </dgm:pt>
    <dgm:pt modelId="{EE559482-C184-4750-BEC4-1A85B80AC87B}" type="pres">
      <dgm:prSet presAssocID="{88352AEA-0B9A-4B27-86B5-4B0A36555DC6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11B95F51-7FC1-4249-9858-7AE5DE9A97B5}" type="pres">
      <dgm:prSet presAssocID="{88352AEA-0B9A-4B27-86B5-4B0A36555DC6}" presName="parentText" presStyleLbl="node1" presStyleIdx="1" presStyleCnt="3" custScaleX="96594" custScaleY="9684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6B35F941-7534-4504-A6F0-13AC1C8FDD66}" type="pres">
      <dgm:prSet presAssocID="{88352AEA-0B9A-4B27-86B5-4B0A36555DC6}" presName="negativeSpace" presStyleCnt="0"/>
      <dgm:spPr/>
    </dgm:pt>
    <dgm:pt modelId="{75A148FD-A1F7-4953-B901-8116A7002BD8}" type="pres">
      <dgm:prSet presAssocID="{88352AEA-0B9A-4B27-86B5-4B0A36555DC6}" presName="childText" presStyleLbl="conFgAcc1" presStyleIdx="1" presStyleCnt="3">
        <dgm:presLayoutVars>
          <dgm:bulletEnabled val="1"/>
        </dgm:presLayoutVars>
      </dgm:prSet>
      <dgm:spPr/>
    </dgm:pt>
    <dgm:pt modelId="{FBFE412B-D873-4E10-B030-35BD08AC64FD}" type="pres">
      <dgm:prSet presAssocID="{00790E83-1868-4427-BEE2-0FF84B384E96}" presName="spaceBetweenRectangles" presStyleCnt="0"/>
      <dgm:spPr/>
    </dgm:pt>
    <dgm:pt modelId="{300476A5-96F9-4499-A45E-A842B30D7B5B}" type="pres">
      <dgm:prSet presAssocID="{B488353C-29DD-4CD3-BC74-9CC6845A0CEB}" presName="parentLin" presStyleCnt="0"/>
      <dgm:spPr/>
    </dgm:pt>
    <dgm:pt modelId="{3F9C7AF8-4973-4983-8C7A-F4C26B0AA78C}" type="pres">
      <dgm:prSet presAssocID="{B488353C-29DD-4CD3-BC74-9CC6845A0CEB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9075E8BB-D427-49BC-85BF-0314CD023111}" type="pres">
      <dgm:prSet presAssocID="{B488353C-29DD-4CD3-BC74-9CC6845A0CEB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D85D733-626D-49F3-A39A-1F2B28B9138D}" type="pres">
      <dgm:prSet presAssocID="{B488353C-29DD-4CD3-BC74-9CC6845A0CEB}" presName="negativeSpace" presStyleCnt="0"/>
      <dgm:spPr/>
    </dgm:pt>
    <dgm:pt modelId="{BC42C5CB-93AC-44AC-AC85-AC18EE725115}" type="pres">
      <dgm:prSet presAssocID="{B488353C-29DD-4CD3-BC74-9CC6845A0CEB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77CE9DEF-B459-4E0A-BBB1-639874860808}" type="presOf" srcId="{52062FF3-A61B-4AA5-8391-833E2DBBD3BA}" destId="{5B6FA328-CB30-44A8-8DB7-99968C905F3C}" srcOrd="1" destOrd="0" presId="urn:microsoft.com/office/officeart/2005/8/layout/list1"/>
    <dgm:cxn modelId="{B05B9E78-DA7D-42A0-B725-ED89065C19A4}" type="presOf" srcId="{B488353C-29DD-4CD3-BC74-9CC6845A0CEB}" destId="{3F9C7AF8-4973-4983-8C7A-F4C26B0AA78C}" srcOrd="0" destOrd="0" presId="urn:microsoft.com/office/officeart/2005/8/layout/list1"/>
    <dgm:cxn modelId="{0073EDA0-B386-48D1-B718-BADF34AAC452}" type="presOf" srcId="{B488353C-29DD-4CD3-BC74-9CC6845A0CEB}" destId="{9075E8BB-D427-49BC-85BF-0314CD023111}" srcOrd="1" destOrd="0" presId="urn:microsoft.com/office/officeart/2005/8/layout/list1"/>
    <dgm:cxn modelId="{0CD390CF-9BC8-4309-876A-81B6DCCE9BEF}" srcId="{44FE8848-D0C5-402B-A073-620703FC2182}" destId="{B488353C-29DD-4CD3-BC74-9CC6845A0CEB}" srcOrd="2" destOrd="0" parTransId="{90126368-E387-4188-9B01-DB638F060F37}" sibTransId="{E4335896-9F77-4164-99FE-3504C28D1CA6}"/>
    <dgm:cxn modelId="{F3DD3198-BEE4-4EEE-84CA-BEAD0FE4FC17}" srcId="{44FE8848-D0C5-402B-A073-620703FC2182}" destId="{52062FF3-A61B-4AA5-8391-833E2DBBD3BA}" srcOrd="0" destOrd="0" parTransId="{AA250B72-1F71-4D57-A659-F8391C1B02A6}" sibTransId="{21B1BBD4-CEBF-4992-BDB8-EFA7405F1DD9}"/>
    <dgm:cxn modelId="{AE3F6C96-B3D5-4568-A3A0-246E0C408B7C}" type="presOf" srcId="{52062FF3-A61B-4AA5-8391-833E2DBBD3BA}" destId="{98A0CB88-2CFD-4A9A-83C7-C21ACFD5F315}" srcOrd="0" destOrd="0" presId="urn:microsoft.com/office/officeart/2005/8/layout/list1"/>
    <dgm:cxn modelId="{2A34E705-2348-4845-9502-322CB42CBFAB}" type="presOf" srcId="{88352AEA-0B9A-4B27-86B5-4B0A36555DC6}" destId="{EE559482-C184-4750-BEC4-1A85B80AC87B}" srcOrd="0" destOrd="0" presId="urn:microsoft.com/office/officeart/2005/8/layout/list1"/>
    <dgm:cxn modelId="{45686877-E95A-4229-BAD6-05F976C93FFA}" srcId="{44FE8848-D0C5-402B-A073-620703FC2182}" destId="{88352AEA-0B9A-4B27-86B5-4B0A36555DC6}" srcOrd="1" destOrd="0" parTransId="{BC4181A3-2661-4FDC-9E82-0ECE971AEA13}" sibTransId="{00790E83-1868-4427-BEE2-0FF84B384E96}"/>
    <dgm:cxn modelId="{F794A9B2-ED7D-440B-8F5B-D77C362E1374}" type="presOf" srcId="{88352AEA-0B9A-4B27-86B5-4B0A36555DC6}" destId="{11B95F51-7FC1-4249-9858-7AE5DE9A97B5}" srcOrd="1" destOrd="0" presId="urn:microsoft.com/office/officeart/2005/8/layout/list1"/>
    <dgm:cxn modelId="{EC5F5683-E3E2-4FD8-ABD0-AF5AF75E6322}" type="presOf" srcId="{44FE8848-D0C5-402B-A073-620703FC2182}" destId="{89AEAE2B-F829-4FB9-BEC7-6F845956EBCD}" srcOrd="0" destOrd="0" presId="urn:microsoft.com/office/officeart/2005/8/layout/list1"/>
    <dgm:cxn modelId="{48BE18BA-7C67-43F7-B54F-786B016D954A}" type="presParOf" srcId="{89AEAE2B-F829-4FB9-BEC7-6F845956EBCD}" destId="{892E0009-2F0D-45CD-85BF-7D160DB3B50E}" srcOrd="0" destOrd="0" presId="urn:microsoft.com/office/officeart/2005/8/layout/list1"/>
    <dgm:cxn modelId="{5469E00C-8CA5-4182-A703-F2A5BF6332E4}" type="presParOf" srcId="{892E0009-2F0D-45CD-85BF-7D160DB3B50E}" destId="{98A0CB88-2CFD-4A9A-83C7-C21ACFD5F315}" srcOrd="0" destOrd="0" presId="urn:microsoft.com/office/officeart/2005/8/layout/list1"/>
    <dgm:cxn modelId="{B344B70E-46B1-4BEC-9B43-6A393A760FBC}" type="presParOf" srcId="{892E0009-2F0D-45CD-85BF-7D160DB3B50E}" destId="{5B6FA328-CB30-44A8-8DB7-99968C905F3C}" srcOrd="1" destOrd="0" presId="urn:microsoft.com/office/officeart/2005/8/layout/list1"/>
    <dgm:cxn modelId="{3D445CD7-E95A-4B4E-BC23-273C230FDD99}" type="presParOf" srcId="{89AEAE2B-F829-4FB9-BEC7-6F845956EBCD}" destId="{285056FA-0632-40DB-AD6F-EF664A9A13D5}" srcOrd="1" destOrd="0" presId="urn:microsoft.com/office/officeart/2005/8/layout/list1"/>
    <dgm:cxn modelId="{9C90E527-4834-49C2-BA9C-B64E0C4C74D6}" type="presParOf" srcId="{89AEAE2B-F829-4FB9-BEC7-6F845956EBCD}" destId="{C8450F2A-AAF8-4DE5-BFD4-A9473DE1ED37}" srcOrd="2" destOrd="0" presId="urn:microsoft.com/office/officeart/2005/8/layout/list1"/>
    <dgm:cxn modelId="{9D854B6C-8354-4411-A484-EC3EA02FB1B8}" type="presParOf" srcId="{89AEAE2B-F829-4FB9-BEC7-6F845956EBCD}" destId="{E7D16557-0992-4588-A03B-1630A1F3A7ED}" srcOrd="3" destOrd="0" presId="urn:microsoft.com/office/officeart/2005/8/layout/list1"/>
    <dgm:cxn modelId="{1C17BA38-D064-486A-A16C-BE9F4632AC15}" type="presParOf" srcId="{89AEAE2B-F829-4FB9-BEC7-6F845956EBCD}" destId="{4CF1AAD6-5209-43E9-8DC9-E1DA292F460F}" srcOrd="4" destOrd="0" presId="urn:microsoft.com/office/officeart/2005/8/layout/list1"/>
    <dgm:cxn modelId="{4FF2E784-2846-4A7C-802C-DAD9D20619E1}" type="presParOf" srcId="{4CF1AAD6-5209-43E9-8DC9-E1DA292F460F}" destId="{EE559482-C184-4750-BEC4-1A85B80AC87B}" srcOrd="0" destOrd="0" presId="urn:microsoft.com/office/officeart/2005/8/layout/list1"/>
    <dgm:cxn modelId="{2DB55AF6-8E66-49DF-8F96-545AD183EF4B}" type="presParOf" srcId="{4CF1AAD6-5209-43E9-8DC9-E1DA292F460F}" destId="{11B95F51-7FC1-4249-9858-7AE5DE9A97B5}" srcOrd="1" destOrd="0" presId="urn:microsoft.com/office/officeart/2005/8/layout/list1"/>
    <dgm:cxn modelId="{184AA1CC-464A-4E57-93F8-79B9E02F7B7A}" type="presParOf" srcId="{89AEAE2B-F829-4FB9-BEC7-6F845956EBCD}" destId="{6B35F941-7534-4504-A6F0-13AC1C8FDD66}" srcOrd="5" destOrd="0" presId="urn:microsoft.com/office/officeart/2005/8/layout/list1"/>
    <dgm:cxn modelId="{72373BC6-9FC7-4535-AEA1-E6F8FCA76029}" type="presParOf" srcId="{89AEAE2B-F829-4FB9-BEC7-6F845956EBCD}" destId="{75A148FD-A1F7-4953-B901-8116A7002BD8}" srcOrd="6" destOrd="0" presId="urn:microsoft.com/office/officeart/2005/8/layout/list1"/>
    <dgm:cxn modelId="{1A2911AA-8F8C-4104-B97C-B4CB3283547D}" type="presParOf" srcId="{89AEAE2B-F829-4FB9-BEC7-6F845956EBCD}" destId="{FBFE412B-D873-4E10-B030-35BD08AC64FD}" srcOrd="7" destOrd="0" presId="urn:microsoft.com/office/officeart/2005/8/layout/list1"/>
    <dgm:cxn modelId="{51F82996-7ACF-45E1-AD88-2DD06F65BA3B}" type="presParOf" srcId="{89AEAE2B-F829-4FB9-BEC7-6F845956EBCD}" destId="{300476A5-96F9-4499-A45E-A842B30D7B5B}" srcOrd="8" destOrd="0" presId="urn:microsoft.com/office/officeart/2005/8/layout/list1"/>
    <dgm:cxn modelId="{571C39FF-8A7A-478D-A100-574749230364}" type="presParOf" srcId="{300476A5-96F9-4499-A45E-A842B30D7B5B}" destId="{3F9C7AF8-4973-4983-8C7A-F4C26B0AA78C}" srcOrd="0" destOrd="0" presId="urn:microsoft.com/office/officeart/2005/8/layout/list1"/>
    <dgm:cxn modelId="{C328BFCB-2610-4F74-8056-077E8477D3C7}" type="presParOf" srcId="{300476A5-96F9-4499-A45E-A842B30D7B5B}" destId="{9075E8BB-D427-49BC-85BF-0314CD023111}" srcOrd="1" destOrd="0" presId="urn:microsoft.com/office/officeart/2005/8/layout/list1"/>
    <dgm:cxn modelId="{7523F049-CE35-486D-A0A4-1F6EBCA6FC67}" type="presParOf" srcId="{89AEAE2B-F829-4FB9-BEC7-6F845956EBCD}" destId="{4D85D733-626D-49F3-A39A-1F2B28B9138D}" srcOrd="9" destOrd="0" presId="urn:microsoft.com/office/officeart/2005/8/layout/list1"/>
    <dgm:cxn modelId="{783CBE2A-4992-4D9C-BD81-E1F454931234}" type="presParOf" srcId="{89AEAE2B-F829-4FB9-BEC7-6F845956EBCD}" destId="{BC42C5CB-93AC-44AC-AC85-AC18EE725115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ACAD5843-339C-44B4-B5EA-ABE90386C9EE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BDD1B923-4CF3-4EFE-A1F6-A3CF4589FFAB}">
      <dgm:prSet phldrT="[Текст]" phldr="0" custT="1"/>
      <dgm:spPr/>
      <dgm:t>
        <a:bodyPr/>
        <a:lstStyle/>
        <a:p>
          <a:r>
            <a:rPr lang="ru-RU" sz="2000" dirty="0"/>
            <a:t>Бизнес-данные редко накапливаются специально для решения задач в аналитике</a:t>
          </a:r>
        </a:p>
      </dgm:t>
    </dgm:pt>
    <dgm:pt modelId="{F8F49BF1-A6CB-42CF-81A0-106479F474B1}" type="parTrans" cxnId="{649CF472-780F-4D95-995E-D0A537E65D26}">
      <dgm:prSet/>
      <dgm:spPr/>
      <dgm:t>
        <a:bodyPr/>
        <a:lstStyle/>
        <a:p>
          <a:endParaRPr lang="ru-RU"/>
        </a:p>
      </dgm:t>
    </dgm:pt>
    <dgm:pt modelId="{B2590AD0-2D9B-49D6-BD0C-45A65EF79244}" type="sibTrans" cxnId="{649CF472-780F-4D95-995E-D0A537E65D26}">
      <dgm:prSet/>
      <dgm:spPr/>
      <dgm:t>
        <a:bodyPr/>
        <a:lstStyle/>
        <a:p>
          <a:endParaRPr lang="ru-RU"/>
        </a:p>
      </dgm:t>
    </dgm:pt>
    <dgm:pt modelId="{C3E9E0E2-3035-4157-B86E-8C7A0C610E84}">
      <dgm:prSet phldrT="[Текст]" custT="1"/>
      <dgm:spPr/>
      <dgm:t>
        <a:bodyPr/>
        <a:lstStyle/>
        <a:p>
          <a:r>
            <a:rPr lang="ru-RU" sz="2000" dirty="0"/>
            <a:t>Бизнес-данные содержат выбросы, ошибки, противоречия и пропуски</a:t>
          </a:r>
        </a:p>
      </dgm:t>
    </dgm:pt>
    <dgm:pt modelId="{9406167C-E566-47D2-9F97-1A38CC62014B}" type="parTrans" cxnId="{AA3EA046-58F5-4082-81DE-BBE6F3AB5F12}">
      <dgm:prSet/>
      <dgm:spPr/>
      <dgm:t>
        <a:bodyPr/>
        <a:lstStyle/>
        <a:p>
          <a:endParaRPr lang="ru-RU"/>
        </a:p>
      </dgm:t>
    </dgm:pt>
    <dgm:pt modelId="{CE142869-6A38-4E85-8641-B4148EB555B6}" type="sibTrans" cxnId="{AA3EA046-58F5-4082-81DE-BBE6F3AB5F12}">
      <dgm:prSet/>
      <dgm:spPr/>
      <dgm:t>
        <a:bodyPr/>
        <a:lstStyle/>
        <a:p>
          <a:endParaRPr lang="ru-RU"/>
        </a:p>
      </dgm:t>
    </dgm:pt>
    <dgm:pt modelId="{21D52A92-1E44-4559-9B8F-9DCB90603124}">
      <dgm:prSet phldrT="[Текст]" phldr="0" custT="1"/>
      <dgm:spPr/>
      <dgm:t>
        <a:bodyPr/>
        <a:lstStyle/>
        <a:p>
          <a:r>
            <a:rPr lang="ru-RU" sz="2000" dirty="0"/>
            <a:t>Объёмы хранимых данных велики</a:t>
          </a:r>
        </a:p>
      </dgm:t>
    </dgm:pt>
    <dgm:pt modelId="{D93AFC1B-72AC-4E05-B8E4-A2D1104FF62A}" type="parTrans" cxnId="{E6B51C11-91B8-4190-913B-2F99BC948140}">
      <dgm:prSet/>
      <dgm:spPr/>
      <dgm:t>
        <a:bodyPr/>
        <a:lstStyle/>
        <a:p>
          <a:endParaRPr lang="ru-RU"/>
        </a:p>
      </dgm:t>
    </dgm:pt>
    <dgm:pt modelId="{A3845D3B-D621-49EA-99DB-734EE5B6A340}" type="sibTrans" cxnId="{E6B51C11-91B8-4190-913B-2F99BC948140}">
      <dgm:prSet/>
      <dgm:spPr/>
      <dgm:t>
        <a:bodyPr/>
        <a:lstStyle/>
        <a:p>
          <a:endParaRPr lang="ru-RU"/>
        </a:p>
      </dgm:t>
    </dgm:pt>
    <dgm:pt modelId="{ABB0BBA9-F818-4900-8CD5-9858CCF63848}" type="pres">
      <dgm:prSet presAssocID="{ACAD5843-339C-44B4-B5EA-ABE90386C9E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811580C-4444-4C48-9BC9-7542E326CE04}" type="pres">
      <dgm:prSet presAssocID="{BDD1B923-4CF3-4EFE-A1F6-A3CF4589FFAB}" presName="parentLin" presStyleCnt="0"/>
      <dgm:spPr/>
    </dgm:pt>
    <dgm:pt modelId="{640DE01D-78E9-4A37-94DF-46BC69C2C69E}" type="pres">
      <dgm:prSet presAssocID="{BDD1B923-4CF3-4EFE-A1F6-A3CF4589FFAB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6B9BEFD9-7F22-4D99-83D2-D14878EAA2D9}" type="pres">
      <dgm:prSet presAssocID="{BDD1B923-4CF3-4EFE-A1F6-A3CF4589FFA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9BF9BF9-A922-4E06-9DA5-3E68E8D283A7}" type="pres">
      <dgm:prSet presAssocID="{BDD1B923-4CF3-4EFE-A1F6-A3CF4589FFAB}" presName="negativeSpace" presStyleCnt="0"/>
      <dgm:spPr/>
    </dgm:pt>
    <dgm:pt modelId="{C0E1FD8C-F3DC-4679-969A-526BDE01802B}" type="pres">
      <dgm:prSet presAssocID="{BDD1B923-4CF3-4EFE-A1F6-A3CF4589FFAB}" presName="childText" presStyleLbl="conFgAcc1" presStyleIdx="0" presStyleCnt="3">
        <dgm:presLayoutVars>
          <dgm:bulletEnabled val="1"/>
        </dgm:presLayoutVars>
      </dgm:prSet>
      <dgm:spPr/>
    </dgm:pt>
    <dgm:pt modelId="{D9107CDF-B391-4F1C-9B8E-7359191B1054}" type="pres">
      <dgm:prSet presAssocID="{B2590AD0-2D9B-49D6-BD0C-45A65EF79244}" presName="spaceBetweenRectangles" presStyleCnt="0"/>
      <dgm:spPr/>
    </dgm:pt>
    <dgm:pt modelId="{3536C916-7E3E-4B34-8EBB-CB5D8A5AF051}" type="pres">
      <dgm:prSet presAssocID="{C3E9E0E2-3035-4157-B86E-8C7A0C610E84}" presName="parentLin" presStyleCnt="0"/>
      <dgm:spPr/>
    </dgm:pt>
    <dgm:pt modelId="{0F3873CB-5DC7-4DD2-AB44-BFA3D77E9D8F}" type="pres">
      <dgm:prSet presAssocID="{C3E9E0E2-3035-4157-B86E-8C7A0C610E84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30D90E2-1A59-4F56-A184-5EF0526C0AB0}" type="pres">
      <dgm:prSet presAssocID="{C3E9E0E2-3035-4157-B86E-8C7A0C610E84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CA616D-CE92-458B-A62A-4BC48D941C73}" type="pres">
      <dgm:prSet presAssocID="{C3E9E0E2-3035-4157-B86E-8C7A0C610E84}" presName="negativeSpace" presStyleCnt="0"/>
      <dgm:spPr/>
    </dgm:pt>
    <dgm:pt modelId="{FD0F4C00-13A7-4D51-92FA-836D7AE805AD}" type="pres">
      <dgm:prSet presAssocID="{C3E9E0E2-3035-4157-B86E-8C7A0C610E84}" presName="childText" presStyleLbl="conFgAcc1" presStyleIdx="1" presStyleCnt="3">
        <dgm:presLayoutVars>
          <dgm:bulletEnabled val="1"/>
        </dgm:presLayoutVars>
      </dgm:prSet>
      <dgm:spPr/>
    </dgm:pt>
    <dgm:pt modelId="{D90C5BFB-A65C-4CB6-B1BE-7272772EEABD}" type="pres">
      <dgm:prSet presAssocID="{CE142869-6A38-4E85-8641-B4148EB555B6}" presName="spaceBetweenRectangles" presStyleCnt="0"/>
      <dgm:spPr/>
    </dgm:pt>
    <dgm:pt modelId="{49EAAE6C-0A89-4B57-878E-549975D97277}" type="pres">
      <dgm:prSet presAssocID="{21D52A92-1E44-4559-9B8F-9DCB90603124}" presName="parentLin" presStyleCnt="0"/>
      <dgm:spPr/>
    </dgm:pt>
    <dgm:pt modelId="{1D7B2070-336E-46A4-8C04-C05877FAD93C}" type="pres">
      <dgm:prSet presAssocID="{21D52A92-1E44-4559-9B8F-9DCB90603124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412E1DC8-B6E1-4DBE-A638-B75D48D65D07}" type="pres">
      <dgm:prSet presAssocID="{21D52A92-1E44-4559-9B8F-9DCB90603124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2A8864-816B-4974-B3B5-52F63D9400DE}" type="pres">
      <dgm:prSet presAssocID="{21D52A92-1E44-4559-9B8F-9DCB90603124}" presName="negativeSpace" presStyleCnt="0"/>
      <dgm:spPr/>
    </dgm:pt>
    <dgm:pt modelId="{EC7F823B-6EB8-4204-BE4F-53E693C275D4}" type="pres">
      <dgm:prSet presAssocID="{21D52A92-1E44-4559-9B8F-9DCB9060312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9BCF36-4AB4-40E4-B9EA-919255615435}" type="presOf" srcId="{BDD1B923-4CF3-4EFE-A1F6-A3CF4589FFAB}" destId="{6B9BEFD9-7F22-4D99-83D2-D14878EAA2D9}" srcOrd="1" destOrd="0" presId="urn:microsoft.com/office/officeart/2005/8/layout/list1"/>
    <dgm:cxn modelId="{89835C9F-34F0-4797-AC85-13177021ED1A}" type="presOf" srcId="{C3E9E0E2-3035-4157-B86E-8C7A0C610E84}" destId="{0F3873CB-5DC7-4DD2-AB44-BFA3D77E9D8F}" srcOrd="0" destOrd="0" presId="urn:microsoft.com/office/officeart/2005/8/layout/list1"/>
    <dgm:cxn modelId="{830F8055-04DD-40BB-BA9A-6729E02A4A9D}" type="presOf" srcId="{21D52A92-1E44-4559-9B8F-9DCB90603124}" destId="{412E1DC8-B6E1-4DBE-A638-B75D48D65D07}" srcOrd="1" destOrd="0" presId="urn:microsoft.com/office/officeart/2005/8/layout/list1"/>
    <dgm:cxn modelId="{27429449-D742-444A-8C9E-0E9EDADD9FD7}" type="presOf" srcId="{ACAD5843-339C-44B4-B5EA-ABE90386C9EE}" destId="{ABB0BBA9-F818-4900-8CD5-9858CCF63848}" srcOrd="0" destOrd="0" presId="urn:microsoft.com/office/officeart/2005/8/layout/list1"/>
    <dgm:cxn modelId="{C1025E96-C8C8-456D-8D34-4B8C1A666632}" type="presOf" srcId="{21D52A92-1E44-4559-9B8F-9DCB90603124}" destId="{1D7B2070-336E-46A4-8C04-C05877FAD93C}" srcOrd="0" destOrd="0" presId="urn:microsoft.com/office/officeart/2005/8/layout/list1"/>
    <dgm:cxn modelId="{E6B51C11-91B8-4190-913B-2F99BC948140}" srcId="{ACAD5843-339C-44B4-B5EA-ABE90386C9EE}" destId="{21D52A92-1E44-4559-9B8F-9DCB90603124}" srcOrd="2" destOrd="0" parTransId="{D93AFC1B-72AC-4E05-B8E4-A2D1104FF62A}" sibTransId="{A3845D3B-D621-49EA-99DB-734EE5B6A340}"/>
    <dgm:cxn modelId="{649CF472-780F-4D95-995E-D0A537E65D26}" srcId="{ACAD5843-339C-44B4-B5EA-ABE90386C9EE}" destId="{BDD1B923-4CF3-4EFE-A1F6-A3CF4589FFAB}" srcOrd="0" destOrd="0" parTransId="{F8F49BF1-A6CB-42CF-81A0-106479F474B1}" sibTransId="{B2590AD0-2D9B-49D6-BD0C-45A65EF79244}"/>
    <dgm:cxn modelId="{9C6708E8-837E-4CC2-A081-E2B68370772B}" type="presOf" srcId="{C3E9E0E2-3035-4157-B86E-8C7A0C610E84}" destId="{E30D90E2-1A59-4F56-A184-5EF0526C0AB0}" srcOrd="1" destOrd="0" presId="urn:microsoft.com/office/officeart/2005/8/layout/list1"/>
    <dgm:cxn modelId="{AA3EA046-58F5-4082-81DE-BBE6F3AB5F12}" srcId="{ACAD5843-339C-44B4-B5EA-ABE90386C9EE}" destId="{C3E9E0E2-3035-4157-B86E-8C7A0C610E84}" srcOrd="1" destOrd="0" parTransId="{9406167C-E566-47D2-9F97-1A38CC62014B}" sibTransId="{CE142869-6A38-4E85-8641-B4148EB555B6}"/>
    <dgm:cxn modelId="{80BDCA1C-AED7-4B08-A1E6-A74E8926FC64}" type="presOf" srcId="{BDD1B923-4CF3-4EFE-A1F6-A3CF4589FFAB}" destId="{640DE01D-78E9-4A37-94DF-46BC69C2C69E}" srcOrd="0" destOrd="0" presId="urn:microsoft.com/office/officeart/2005/8/layout/list1"/>
    <dgm:cxn modelId="{8312FF6E-FBFD-4BA8-BAC3-360F6DC52827}" type="presParOf" srcId="{ABB0BBA9-F818-4900-8CD5-9858CCF63848}" destId="{B811580C-4444-4C48-9BC9-7542E326CE04}" srcOrd="0" destOrd="0" presId="urn:microsoft.com/office/officeart/2005/8/layout/list1"/>
    <dgm:cxn modelId="{DFC9DB28-FD71-461A-948F-814F6322584A}" type="presParOf" srcId="{B811580C-4444-4C48-9BC9-7542E326CE04}" destId="{640DE01D-78E9-4A37-94DF-46BC69C2C69E}" srcOrd="0" destOrd="0" presId="urn:microsoft.com/office/officeart/2005/8/layout/list1"/>
    <dgm:cxn modelId="{55262FB3-F004-4DDD-A201-3F50011C0B80}" type="presParOf" srcId="{B811580C-4444-4C48-9BC9-7542E326CE04}" destId="{6B9BEFD9-7F22-4D99-83D2-D14878EAA2D9}" srcOrd="1" destOrd="0" presId="urn:microsoft.com/office/officeart/2005/8/layout/list1"/>
    <dgm:cxn modelId="{F40887D6-8408-4FAA-B430-E085253F0696}" type="presParOf" srcId="{ABB0BBA9-F818-4900-8CD5-9858CCF63848}" destId="{29BF9BF9-A922-4E06-9DA5-3E68E8D283A7}" srcOrd="1" destOrd="0" presId="urn:microsoft.com/office/officeart/2005/8/layout/list1"/>
    <dgm:cxn modelId="{68BB7A04-C2FE-4B8F-BBEE-A60F6CC88C1B}" type="presParOf" srcId="{ABB0BBA9-F818-4900-8CD5-9858CCF63848}" destId="{C0E1FD8C-F3DC-4679-969A-526BDE01802B}" srcOrd="2" destOrd="0" presId="urn:microsoft.com/office/officeart/2005/8/layout/list1"/>
    <dgm:cxn modelId="{6B58B582-F0D8-4070-8873-2FE7EC8F3450}" type="presParOf" srcId="{ABB0BBA9-F818-4900-8CD5-9858CCF63848}" destId="{D9107CDF-B391-4F1C-9B8E-7359191B1054}" srcOrd="3" destOrd="0" presId="urn:microsoft.com/office/officeart/2005/8/layout/list1"/>
    <dgm:cxn modelId="{0D98CBD4-B0A6-4070-9C02-B054D356F42A}" type="presParOf" srcId="{ABB0BBA9-F818-4900-8CD5-9858CCF63848}" destId="{3536C916-7E3E-4B34-8EBB-CB5D8A5AF051}" srcOrd="4" destOrd="0" presId="urn:microsoft.com/office/officeart/2005/8/layout/list1"/>
    <dgm:cxn modelId="{7B94C6F3-9030-4704-8BC3-90ADB7A9E900}" type="presParOf" srcId="{3536C916-7E3E-4B34-8EBB-CB5D8A5AF051}" destId="{0F3873CB-5DC7-4DD2-AB44-BFA3D77E9D8F}" srcOrd="0" destOrd="0" presId="urn:microsoft.com/office/officeart/2005/8/layout/list1"/>
    <dgm:cxn modelId="{7BEBA26B-5076-450C-AB23-C2CADDB684C2}" type="presParOf" srcId="{3536C916-7E3E-4B34-8EBB-CB5D8A5AF051}" destId="{E30D90E2-1A59-4F56-A184-5EF0526C0AB0}" srcOrd="1" destOrd="0" presId="urn:microsoft.com/office/officeart/2005/8/layout/list1"/>
    <dgm:cxn modelId="{D241FFAE-7C10-4F6B-85CC-F9FE66A2B02B}" type="presParOf" srcId="{ABB0BBA9-F818-4900-8CD5-9858CCF63848}" destId="{B7CA616D-CE92-458B-A62A-4BC48D941C73}" srcOrd="5" destOrd="0" presId="urn:microsoft.com/office/officeart/2005/8/layout/list1"/>
    <dgm:cxn modelId="{3073BEEB-1C8D-4DDF-B474-87737BDD2874}" type="presParOf" srcId="{ABB0BBA9-F818-4900-8CD5-9858CCF63848}" destId="{FD0F4C00-13A7-4D51-92FA-836D7AE805AD}" srcOrd="6" destOrd="0" presId="urn:microsoft.com/office/officeart/2005/8/layout/list1"/>
    <dgm:cxn modelId="{C425CF6C-D1AC-4D26-83FD-C96A481CE47D}" type="presParOf" srcId="{ABB0BBA9-F818-4900-8CD5-9858CCF63848}" destId="{D90C5BFB-A65C-4CB6-B1BE-7272772EEABD}" srcOrd="7" destOrd="0" presId="urn:microsoft.com/office/officeart/2005/8/layout/list1"/>
    <dgm:cxn modelId="{82452F5A-BDF7-4254-ADDA-CC66A330EAD2}" type="presParOf" srcId="{ABB0BBA9-F818-4900-8CD5-9858CCF63848}" destId="{49EAAE6C-0A89-4B57-878E-549975D97277}" srcOrd="8" destOrd="0" presId="urn:microsoft.com/office/officeart/2005/8/layout/list1"/>
    <dgm:cxn modelId="{7BE7FAEB-F375-4363-BC66-1CA279B3B685}" type="presParOf" srcId="{49EAAE6C-0A89-4B57-878E-549975D97277}" destId="{1D7B2070-336E-46A4-8C04-C05877FAD93C}" srcOrd="0" destOrd="0" presId="urn:microsoft.com/office/officeart/2005/8/layout/list1"/>
    <dgm:cxn modelId="{BDA96205-5E4F-454D-A8BC-267BFFDA2649}" type="presParOf" srcId="{49EAAE6C-0A89-4B57-878E-549975D97277}" destId="{412E1DC8-B6E1-4DBE-A638-B75D48D65D07}" srcOrd="1" destOrd="0" presId="urn:microsoft.com/office/officeart/2005/8/layout/list1"/>
    <dgm:cxn modelId="{57B38AF7-1541-4BFD-B2D5-64EA58043976}" type="presParOf" srcId="{ABB0BBA9-F818-4900-8CD5-9858CCF63848}" destId="{022A8864-816B-4974-B3B5-52F63D9400DE}" srcOrd="9" destOrd="0" presId="urn:microsoft.com/office/officeart/2005/8/layout/list1"/>
    <dgm:cxn modelId="{948ECE07-51E4-48AE-A775-443639D2E9DC}" type="presParOf" srcId="{ABB0BBA9-F818-4900-8CD5-9858CCF63848}" destId="{EC7F823B-6EB8-4204-BE4F-53E693C275D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32CD7D1C-F11D-4CD9-A387-412DC05FDF43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E35D5BC-26B4-404D-B01B-CBF2855C0095}">
      <dgm:prSet phldrT="[Текст]" phldr="0"/>
      <dgm:spPr/>
      <dgm:t>
        <a:bodyPr/>
        <a:lstStyle/>
        <a:p>
          <a:r>
            <a:rPr lang="ru-RU" dirty="0"/>
            <a:t>Абстракция от существующих ИС и имеющихся в наличие данных</a:t>
          </a:r>
        </a:p>
      </dgm:t>
    </dgm:pt>
    <dgm:pt modelId="{380E2EE4-D7A7-40DC-B16B-DE2ABF688921}" type="parTrans" cxnId="{FAF89984-52B8-4F24-BBF1-B4B5713063F9}">
      <dgm:prSet/>
      <dgm:spPr/>
      <dgm:t>
        <a:bodyPr/>
        <a:lstStyle/>
        <a:p>
          <a:endParaRPr lang="ru-RU"/>
        </a:p>
      </dgm:t>
    </dgm:pt>
    <dgm:pt modelId="{FBEB5EA5-33ED-4E5E-96E2-E8481C523F89}" type="sibTrans" cxnId="{FAF89984-52B8-4F24-BBF1-B4B5713063F9}">
      <dgm:prSet/>
      <dgm:spPr/>
      <dgm:t>
        <a:bodyPr/>
        <a:lstStyle/>
        <a:p>
          <a:endParaRPr lang="ru-RU"/>
        </a:p>
      </dgm:t>
    </dgm:pt>
    <dgm:pt modelId="{FE234B16-31D9-4883-8255-50F6A771656D}">
      <dgm:prSet phldrT="[Текст]" phldr="0"/>
      <dgm:spPr/>
      <dgm:t>
        <a:bodyPr/>
        <a:lstStyle/>
        <a:p>
          <a:r>
            <a:rPr lang="ru-RU" dirty="0"/>
            <a:t>Описание всех факторов, влияющие на анализируемый процесс/объект </a:t>
          </a:r>
        </a:p>
      </dgm:t>
    </dgm:pt>
    <dgm:pt modelId="{0D13C634-294B-40D3-90D9-D040F96F8542}" type="parTrans" cxnId="{6A517384-3ADE-4FA0-9AD7-F2A4CAD1F95D}">
      <dgm:prSet/>
      <dgm:spPr/>
      <dgm:t>
        <a:bodyPr/>
        <a:lstStyle/>
        <a:p>
          <a:endParaRPr lang="ru-RU"/>
        </a:p>
      </dgm:t>
    </dgm:pt>
    <dgm:pt modelId="{DC1ECC1E-8BB9-492A-9885-79BDD339E83B}" type="sibTrans" cxnId="{6A517384-3ADE-4FA0-9AD7-F2A4CAD1F95D}">
      <dgm:prSet/>
      <dgm:spPr/>
      <dgm:t>
        <a:bodyPr/>
        <a:lstStyle/>
        <a:p>
          <a:endParaRPr lang="ru-RU"/>
        </a:p>
      </dgm:t>
    </dgm:pt>
    <dgm:pt modelId="{7B1780C8-73FC-436E-90D7-8E772F657A8B}">
      <dgm:prSet phldrT="[Текст]" phldr="0"/>
      <dgm:spPr/>
      <dgm:t>
        <a:bodyPr/>
        <a:lstStyle/>
        <a:p>
          <a:r>
            <a:rPr lang="ru-RU" dirty="0" err="1"/>
            <a:t>Экспертно</a:t>
          </a:r>
          <a:r>
            <a:rPr lang="ru-RU" dirty="0"/>
            <a:t> оценить значимость каждого фактора</a:t>
          </a:r>
        </a:p>
      </dgm:t>
    </dgm:pt>
    <dgm:pt modelId="{D64F880E-57C9-4659-97D4-2802D6753D63}" type="parTrans" cxnId="{CB5EF6FD-C1CE-4183-99A8-21A5B0DF9002}">
      <dgm:prSet/>
      <dgm:spPr/>
      <dgm:t>
        <a:bodyPr/>
        <a:lstStyle/>
        <a:p>
          <a:endParaRPr lang="ru-RU"/>
        </a:p>
      </dgm:t>
    </dgm:pt>
    <dgm:pt modelId="{A508CC36-F3CA-49EB-9487-0A6EEBA9A23E}" type="sibTrans" cxnId="{CB5EF6FD-C1CE-4183-99A8-21A5B0DF9002}">
      <dgm:prSet/>
      <dgm:spPr/>
      <dgm:t>
        <a:bodyPr/>
        <a:lstStyle/>
        <a:p>
          <a:endParaRPr lang="ru-RU"/>
        </a:p>
      </dgm:t>
    </dgm:pt>
    <dgm:pt modelId="{487DD413-078B-4BBF-AE1B-DA5A06B223F9}">
      <dgm:prSet/>
      <dgm:spPr/>
      <dgm:t>
        <a:bodyPr/>
        <a:lstStyle/>
        <a:p>
          <a:r>
            <a:rPr lang="ru-RU" dirty="0"/>
            <a:t>Определение способа представления информации</a:t>
          </a:r>
        </a:p>
      </dgm:t>
    </dgm:pt>
    <dgm:pt modelId="{2DF0B9BE-E0AD-425D-B28E-9F2DED76D11D}" type="parTrans" cxnId="{42FA37D3-67B7-4BBA-9F87-3F2D94A26143}">
      <dgm:prSet/>
      <dgm:spPr/>
      <dgm:t>
        <a:bodyPr/>
        <a:lstStyle/>
        <a:p>
          <a:endParaRPr lang="ru-RU"/>
        </a:p>
      </dgm:t>
    </dgm:pt>
    <dgm:pt modelId="{3F353C5F-A8DB-4CEE-86B6-6C2083B8C141}" type="sibTrans" cxnId="{42FA37D3-67B7-4BBA-9F87-3F2D94A26143}">
      <dgm:prSet/>
      <dgm:spPr/>
      <dgm:t>
        <a:bodyPr/>
        <a:lstStyle/>
        <a:p>
          <a:endParaRPr lang="ru-RU"/>
        </a:p>
      </dgm:t>
    </dgm:pt>
    <dgm:pt modelId="{048B95CA-2322-4471-B433-850DD746E928}">
      <dgm:prSet/>
      <dgm:spPr/>
      <dgm:t>
        <a:bodyPr/>
        <a:lstStyle/>
        <a:p>
          <a:r>
            <a:rPr lang="ru-RU" dirty="0"/>
            <a:t>Собрать легко доступные факторы</a:t>
          </a:r>
        </a:p>
      </dgm:t>
    </dgm:pt>
    <dgm:pt modelId="{9215EC29-C41F-4B98-90F9-779D217002DB}" type="parTrans" cxnId="{5B5B0CDC-4E06-4438-A773-E13A6FE6290E}">
      <dgm:prSet/>
      <dgm:spPr/>
      <dgm:t>
        <a:bodyPr/>
        <a:lstStyle/>
        <a:p>
          <a:endParaRPr lang="ru-RU"/>
        </a:p>
      </dgm:t>
    </dgm:pt>
    <dgm:pt modelId="{D1D4EE72-A452-4599-9808-A0C446BFE585}" type="sibTrans" cxnId="{5B5B0CDC-4E06-4438-A773-E13A6FE6290E}">
      <dgm:prSet/>
      <dgm:spPr/>
      <dgm:t>
        <a:bodyPr/>
        <a:lstStyle/>
        <a:p>
          <a:endParaRPr lang="ru-RU"/>
        </a:p>
      </dgm:t>
    </dgm:pt>
    <dgm:pt modelId="{E8B6AD89-08FA-4CAB-94D2-249F07F408F5}">
      <dgm:prSet/>
      <dgm:spPr/>
      <dgm:t>
        <a:bodyPr/>
        <a:lstStyle/>
        <a:p>
          <a:r>
            <a:rPr lang="ru-RU" dirty="0"/>
            <a:t>Оценить сложность и стоимость сбора средних и наименее важных факторов </a:t>
          </a:r>
        </a:p>
      </dgm:t>
    </dgm:pt>
    <dgm:pt modelId="{2D0FAEFE-D00B-4760-A704-5A89D6C51D40}" type="parTrans" cxnId="{B6667577-5D63-4F82-B6A1-B7F53B753EE2}">
      <dgm:prSet/>
      <dgm:spPr/>
      <dgm:t>
        <a:bodyPr/>
        <a:lstStyle/>
        <a:p>
          <a:endParaRPr lang="ru-RU"/>
        </a:p>
      </dgm:t>
    </dgm:pt>
    <dgm:pt modelId="{2E9A27DE-66B8-4C9D-B471-3AE16D19995A}" type="sibTrans" cxnId="{B6667577-5D63-4F82-B6A1-B7F53B753EE2}">
      <dgm:prSet/>
      <dgm:spPr/>
      <dgm:t>
        <a:bodyPr/>
        <a:lstStyle/>
        <a:p>
          <a:endParaRPr lang="ru-RU"/>
        </a:p>
      </dgm:t>
    </dgm:pt>
    <dgm:pt modelId="{211C2DA7-A871-4EFF-B79F-CD4DF1F7BEA9}">
      <dgm:prSet/>
      <dgm:spPr/>
      <dgm:t>
        <a:bodyPr/>
        <a:lstStyle/>
        <a:p>
          <a:r>
            <a:rPr lang="ru-RU" dirty="0"/>
            <a:t>Собрать значимые факторы</a:t>
          </a:r>
        </a:p>
      </dgm:t>
    </dgm:pt>
    <dgm:pt modelId="{4CD548D3-F2EE-4C8C-8234-65B947CBF0CA}" type="parTrans" cxnId="{DA7EDFA2-C5C4-47A6-A8AE-97CC7AE9CC1E}">
      <dgm:prSet/>
      <dgm:spPr/>
      <dgm:t>
        <a:bodyPr/>
        <a:lstStyle/>
        <a:p>
          <a:endParaRPr lang="ru-RU"/>
        </a:p>
      </dgm:t>
    </dgm:pt>
    <dgm:pt modelId="{EF522CD3-E350-4CBE-983F-F3DA4AD5CF98}" type="sibTrans" cxnId="{DA7EDFA2-C5C4-47A6-A8AE-97CC7AE9CC1E}">
      <dgm:prSet/>
      <dgm:spPr/>
      <dgm:t>
        <a:bodyPr/>
        <a:lstStyle/>
        <a:p>
          <a:endParaRPr lang="ru-RU"/>
        </a:p>
      </dgm:t>
    </dgm:pt>
    <dgm:pt modelId="{146E3A40-AB30-4DEE-AF4B-B6806D11A431}" type="pres">
      <dgm:prSet presAssocID="{32CD7D1C-F11D-4CD9-A387-412DC05FDF4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ECFB1EA-C038-4F17-8648-2214352C0BE3}" type="pres">
      <dgm:prSet presAssocID="{AE35D5BC-26B4-404D-B01B-CBF2855C0095}" presName="parentLin" presStyleCnt="0"/>
      <dgm:spPr/>
    </dgm:pt>
    <dgm:pt modelId="{C0FB8849-CFE7-43A1-BF50-7296334B4265}" type="pres">
      <dgm:prSet presAssocID="{AE35D5BC-26B4-404D-B01B-CBF2855C0095}" presName="parentLeftMargin" presStyleLbl="node1" presStyleIdx="0" presStyleCnt="7"/>
      <dgm:spPr/>
      <dgm:t>
        <a:bodyPr/>
        <a:lstStyle/>
        <a:p>
          <a:endParaRPr lang="ru-RU"/>
        </a:p>
      </dgm:t>
    </dgm:pt>
    <dgm:pt modelId="{72BB8A68-065D-4EC8-8BDB-1DB4524763F2}" type="pres">
      <dgm:prSet presAssocID="{AE35D5BC-26B4-404D-B01B-CBF2855C0095}" presName="parentText" presStyleLbl="node1" presStyleIdx="0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166092-3127-428F-84F5-DB658FC1EED4}" type="pres">
      <dgm:prSet presAssocID="{AE35D5BC-26B4-404D-B01B-CBF2855C0095}" presName="negativeSpace" presStyleCnt="0"/>
      <dgm:spPr/>
    </dgm:pt>
    <dgm:pt modelId="{4830B4F5-57ED-46E9-A18D-3A2AD0AA6C5C}" type="pres">
      <dgm:prSet presAssocID="{AE35D5BC-26B4-404D-B01B-CBF2855C0095}" presName="childText" presStyleLbl="conFgAcc1" presStyleIdx="0" presStyleCnt="7">
        <dgm:presLayoutVars>
          <dgm:bulletEnabled val="1"/>
        </dgm:presLayoutVars>
      </dgm:prSet>
      <dgm:spPr/>
    </dgm:pt>
    <dgm:pt modelId="{DCAC2F92-27A8-4F62-8F12-430AB4F68EA7}" type="pres">
      <dgm:prSet presAssocID="{FBEB5EA5-33ED-4E5E-96E2-E8481C523F89}" presName="spaceBetweenRectangles" presStyleCnt="0"/>
      <dgm:spPr/>
    </dgm:pt>
    <dgm:pt modelId="{F292C5D3-1425-467D-ACC8-5058F8EA33EA}" type="pres">
      <dgm:prSet presAssocID="{FE234B16-31D9-4883-8255-50F6A771656D}" presName="parentLin" presStyleCnt="0"/>
      <dgm:spPr/>
    </dgm:pt>
    <dgm:pt modelId="{FB32059E-43E4-44D1-B0F4-C1456FC49ED3}" type="pres">
      <dgm:prSet presAssocID="{FE234B16-31D9-4883-8255-50F6A771656D}" presName="parentLeftMargin" presStyleLbl="node1" presStyleIdx="0" presStyleCnt="7"/>
      <dgm:spPr/>
      <dgm:t>
        <a:bodyPr/>
        <a:lstStyle/>
        <a:p>
          <a:endParaRPr lang="ru-RU"/>
        </a:p>
      </dgm:t>
    </dgm:pt>
    <dgm:pt modelId="{D0A445B6-6D07-45FB-A3A9-1FD18C6797A1}" type="pres">
      <dgm:prSet presAssocID="{FE234B16-31D9-4883-8255-50F6A771656D}" presName="parentText" presStyleLbl="node1" presStyleIdx="1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B5047C-A7A6-4925-92D9-234DD2A4FA1C}" type="pres">
      <dgm:prSet presAssocID="{FE234B16-31D9-4883-8255-50F6A771656D}" presName="negativeSpace" presStyleCnt="0"/>
      <dgm:spPr/>
    </dgm:pt>
    <dgm:pt modelId="{25279C27-708C-4BBD-A5B9-25D61A2022F1}" type="pres">
      <dgm:prSet presAssocID="{FE234B16-31D9-4883-8255-50F6A771656D}" presName="childText" presStyleLbl="conFgAcc1" presStyleIdx="1" presStyleCnt="7">
        <dgm:presLayoutVars>
          <dgm:bulletEnabled val="1"/>
        </dgm:presLayoutVars>
      </dgm:prSet>
      <dgm:spPr/>
    </dgm:pt>
    <dgm:pt modelId="{FA203257-DDA8-46AD-8F52-417637F7773B}" type="pres">
      <dgm:prSet presAssocID="{DC1ECC1E-8BB9-492A-9885-79BDD339E83B}" presName="spaceBetweenRectangles" presStyleCnt="0"/>
      <dgm:spPr/>
    </dgm:pt>
    <dgm:pt modelId="{8B6EAEBA-7FEB-44DE-AF3E-6636223EF3E4}" type="pres">
      <dgm:prSet presAssocID="{7B1780C8-73FC-436E-90D7-8E772F657A8B}" presName="parentLin" presStyleCnt="0"/>
      <dgm:spPr/>
    </dgm:pt>
    <dgm:pt modelId="{FD6B7279-BED3-4223-AA55-6B72365160A3}" type="pres">
      <dgm:prSet presAssocID="{7B1780C8-73FC-436E-90D7-8E772F657A8B}" presName="parentLeftMargin" presStyleLbl="node1" presStyleIdx="1" presStyleCnt="7"/>
      <dgm:spPr/>
      <dgm:t>
        <a:bodyPr/>
        <a:lstStyle/>
        <a:p>
          <a:endParaRPr lang="ru-RU"/>
        </a:p>
      </dgm:t>
    </dgm:pt>
    <dgm:pt modelId="{D3252B4D-C434-4238-A689-26AACB755CB0}" type="pres">
      <dgm:prSet presAssocID="{7B1780C8-73FC-436E-90D7-8E772F657A8B}" presName="parentText" presStyleLbl="node1" presStyleIdx="2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CA3DD1-1280-4A8D-B0FE-5858F4E2B1D7}" type="pres">
      <dgm:prSet presAssocID="{7B1780C8-73FC-436E-90D7-8E772F657A8B}" presName="negativeSpace" presStyleCnt="0"/>
      <dgm:spPr/>
    </dgm:pt>
    <dgm:pt modelId="{F5FF0741-D2E0-4FBA-84CE-82A25CE93515}" type="pres">
      <dgm:prSet presAssocID="{7B1780C8-73FC-436E-90D7-8E772F657A8B}" presName="childText" presStyleLbl="conFgAcc1" presStyleIdx="2" presStyleCnt="7">
        <dgm:presLayoutVars>
          <dgm:bulletEnabled val="1"/>
        </dgm:presLayoutVars>
      </dgm:prSet>
      <dgm:spPr/>
    </dgm:pt>
    <dgm:pt modelId="{5DB7FA82-B6CC-42F5-AA83-0716D6ED67E9}" type="pres">
      <dgm:prSet presAssocID="{A508CC36-F3CA-49EB-9487-0A6EEBA9A23E}" presName="spaceBetweenRectangles" presStyleCnt="0"/>
      <dgm:spPr/>
    </dgm:pt>
    <dgm:pt modelId="{D8D022E0-30DE-45EE-9807-F2953CB27684}" type="pres">
      <dgm:prSet presAssocID="{487DD413-078B-4BBF-AE1B-DA5A06B223F9}" presName="parentLin" presStyleCnt="0"/>
      <dgm:spPr/>
    </dgm:pt>
    <dgm:pt modelId="{29C203CE-8F87-4D29-AAEA-D083740FB04E}" type="pres">
      <dgm:prSet presAssocID="{487DD413-078B-4BBF-AE1B-DA5A06B223F9}" presName="parentLeftMargin" presStyleLbl="node1" presStyleIdx="2" presStyleCnt="7"/>
      <dgm:spPr/>
      <dgm:t>
        <a:bodyPr/>
        <a:lstStyle/>
        <a:p>
          <a:endParaRPr lang="ru-RU"/>
        </a:p>
      </dgm:t>
    </dgm:pt>
    <dgm:pt modelId="{3D5C8FE9-D9B2-445B-88AE-043DE0DE5C9C}" type="pres">
      <dgm:prSet presAssocID="{487DD413-078B-4BBF-AE1B-DA5A06B223F9}" presName="parentText" presStyleLbl="node1" presStyleIdx="3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E37892-1665-4267-8A21-692AB3848253}" type="pres">
      <dgm:prSet presAssocID="{487DD413-078B-4BBF-AE1B-DA5A06B223F9}" presName="negativeSpace" presStyleCnt="0"/>
      <dgm:spPr/>
    </dgm:pt>
    <dgm:pt modelId="{69BB3869-3F15-4699-A6DB-4271AAEC2110}" type="pres">
      <dgm:prSet presAssocID="{487DD413-078B-4BBF-AE1B-DA5A06B223F9}" presName="childText" presStyleLbl="conFgAcc1" presStyleIdx="3" presStyleCnt="7">
        <dgm:presLayoutVars>
          <dgm:bulletEnabled val="1"/>
        </dgm:presLayoutVars>
      </dgm:prSet>
      <dgm:spPr/>
    </dgm:pt>
    <dgm:pt modelId="{F38B03D4-640C-4E5F-88A7-AB8082547698}" type="pres">
      <dgm:prSet presAssocID="{3F353C5F-A8DB-4CEE-86B6-6C2083B8C141}" presName="spaceBetweenRectangles" presStyleCnt="0"/>
      <dgm:spPr/>
    </dgm:pt>
    <dgm:pt modelId="{BA0378E3-8250-49D6-B257-CA98191BDB25}" type="pres">
      <dgm:prSet presAssocID="{048B95CA-2322-4471-B433-850DD746E928}" presName="parentLin" presStyleCnt="0"/>
      <dgm:spPr/>
    </dgm:pt>
    <dgm:pt modelId="{B38CA5DD-DFE3-416D-9692-6C5A09940C29}" type="pres">
      <dgm:prSet presAssocID="{048B95CA-2322-4471-B433-850DD746E928}" presName="parentLeftMargin" presStyleLbl="node1" presStyleIdx="3" presStyleCnt="7"/>
      <dgm:spPr/>
      <dgm:t>
        <a:bodyPr/>
        <a:lstStyle/>
        <a:p>
          <a:endParaRPr lang="ru-RU"/>
        </a:p>
      </dgm:t>
    </dgm:pt>
    <dgm:pt modelId="{A4185F4D-B66F-4BEB-B6E5-4A7EDE133AE4}" type="pres">
      <dgm:prSet presAssocID="{048B95CA-2322-4471-B433-850DD746E928}" presName="parentText" presStyleLbl="node1" presStyleIdx="4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3B6C00-9D53-4D89-A587-F5BE078AB53A}" type="pres">
      <dgm:prSet presAssocID="{048B95CA-2322-4471-B433-850DD746E928}" presName="negativeSpace" presStyleCnt="0"/>
      <dgm:spPr/>
    </dgm:pt>
    <dgm:pt modelId="{5AD48C48-CE0D-4C66-A758-429FCF7260C7}" type="pres">
      <dgm:prSet presAssocID="{048B95CA-2322-4471-B433-850DD746E928}" presName="childText" presStyleLbl="conFgAcc1" presStyleIdx="4" presStyleCnt="7">
        <dgm:presLayoutVars>
          <dgm:bulletEnabled val="1"/>
        </dgm:presLayoutVars>
      </dgm:prSet>
      <dgm:spPr/>
    </dgm:pt>
    <dgm:pt modelId="{D69BE8BA-5BA8-4EA3-92C6-425884E347A8}" type="pres">
      <dgm:prSet presAssocID="{D1D4EE72-A452-4599-9808-A0C446BFE585}" presName="spaceBetweenRectangles" presStyleCnt="0"/>
      <dgm:spPr/>
    </dgm:pt>
    <dgm:pt modelId="{73BA25DE-4BC0-4CAF-A9A0-EEFA1CA196FF}" type="pres">
      <dgm:prSet presAssocID="{211C2DA7-A871-4EFF-B79F-CD4DF1F7BEA9}" presName="parentLin" presStyleCnt="0"/>
      <dgm:spPr/>
    </dgm:pt>
    <dgm:pt modelId="{56E6887F-3F47-4CB4-BD12-6319CA4D58E9}" type="pres">
      <dgm:prSet presAssocID="{211C2DA7-A871-4EFF-B79F-CD4DF1F7BEA9}" presName="parentLeftMargin" presStyleLbl="node1" presStyleIdx="4" presStyleCnt="7"/>
      <dgm:spPr/>
      <dgm:t>
        <a:bodyPr/>
        <a:lstStyle/>
        <a:p>
          <a:endParaRPr lang="ru-RU"/>
        </a:p>
      </dgm:t>
    </dgm:pt>
    <dgm:pt modelId="{B21405D7-34EB-41CA-9C4C-BE81185077DA}" type="pres">
      <dgm:prSet presAssocID="{211C2DA7-A871-4EFF-B79F-CD4DF1F7BEA9}" presName="parentText" presStyleLbl="node1" presStyleIdx="5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9A93A8-881C-45AF-AD00-AA0808C625AA}" type="pres">
      <dgm:prSet presAssocID="{211C2DA7-A871-4EFF-B79F-CD4DF1F7BEA9}" presName="negativeSpace" presStyleCnt="0"/>
      <dgm:spPr/>
    </dgm:pt>
    <dgm:pt modelId="{5A286EB7-0557-4AAA-9EDE-F3262D5660DD}" type="pres">
      <dgm:prSet presAssocID="{211C2DA7-A871-4EFF-B79F-CD4DF1F7BEA9}" presName="childText" presStyleLbl="conFgAcc1" presStyleIdx="5" presStyleCnt="7">
        <dgm:presLayoutVars>
          <dgm:bulletEnabled val="1"/>
        </dgm:presLayoutVars>
      </dgm:prSet>
      <dgm:spPr/>
    </dgm:pt>
    <dgm:pt modelId="{5F1A9A32-2708-4A17-9C91-5CF61D6C7B33}" type="pres">
      <dgm:prSet presAssocID="{EF522CD3-E350-4CBE-983F-F3DA4AD5CF98}" presName="spaceBetweenRectangles" presStyleCnt="0"/>
      <dgm:spPr/>
    </dgm:pt>
    <dgm:pt modelId="{742B9A2E-A025-4793-ACE1-F91355DE1168}" type="pres">
      <dgm:prSet presAssocID="{E8B6AD89-08FA-4CAB-94D2-249F07F408F5}" presName="parentLin" presStyleCnt="0"/>
      <dgm:spPr/>
    </dgm:pt>
    <dgm:pt modelId="{F9C73EE0-348F-4134-B43A-A57891E43EFF}" type="pres">
      <dgm:prSet presAssocID="{E8B6AD89-08FA-4CAB-94D2-249F07F408F5}" presName="parentLeftMargin" presStyleLbl="node1" presStyleIdx="5" presStyleCnt="7"/>
      <dgm:spPr/>
      <dgm:t>
        <a:bodyPr/>
        <a:lstStyle/>
        <a:p>
          <a:endParaRPr lang="ru-RU"/>
        </a:p>
      </dgm:t>
    </dgm:pt>
    <dgm:pt modelId="{B62A80A5-0C95-47E3-BB3D-D3DCC4B5E21F}" type="pres">
      <dgm:prSet presAssocID="{E8B6AD89-08FA-4CAB-94D2-249F07F408F5}" presName="parentText" presStyleLbl="node1" presStyleIdx="6" presStyleCnt="7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1455BFA7-C06B-48CB-84EB-E286EAE62CC2}" type="pres">
      <dgm:prSet presAssocID="{E8B6AD89-08FA-4CAB-94D2-249F07F408F5}" presName="negativeSpace" presStyleCnt="0"/>
      <dgm:spPr/>
    </dgm:pt>
    <dgm:pt modelId="{295A5AC8-2AC6-4EED-8B05-2501E7A10E02}" type="pres">
      <dgm:prSet presAssocID="{E8B6AD89-08FA-4CAB-94D2-249F07F408F5}" presName="childText" presStyleLbl="conFgAcc1" presStyleIdx="6" presStyleCnt="7">
        <dgm:presLayoutVars>
          <dgm:bulletEnabled val="1"/>
        </dgm:presLayoutVars>
      </dgm:prSet>
      <dgm:spPr/>
    </dgm:pt>
  </dgm:ptLst>
  <dgm:cxnLst>
    <dgm:cxn modelId="{BF0FC85F-389F-410F-A37B-B443A8CCC55C}" type="presOf" srcId="{7B1780C8-73FC-436E-90D7-8E772F657A8B}" destId="{D3252B4D-C434-4238-A689-26AACB755CB0}" srcOrd="1" destOrd="0" presId="urn:microsoft.com/office/officeart/2005/8/layout/list1"/>
    <dgm:cxn modelId="{7F1EF9C9-8BF1-4F1B-8025-0383FA581183}" type="presOf" srcId="{FE234B16-31D9-4883-8255-50F6A771656D}" destId="{D0A445B6-6D07-45FB-A3A9-1FD18C6797A1}" srcOrd="1" destOrd="0" presId="urn:microsoft.com/office/officeart/2005/8/layout/list1"/>
    <dgm:cxn modelId="{67191777-3334-4098-9CCB-1D859DA8A16B}" type="presOf" srcId="{32CD7D1C-F11D-4CD9-A387-412DC05FDF43}" destId="{146E3A40-AB30-4DEE-AF4B-B6806D11A431}" srcOrd="0" destOrd="0" presId="urn:microsoft.com/office/officeart/2005/8/layout/list1"/>
    <dgm:cxn modelId="{2CB981C0-1C20-4E7B-A736-19AE34F7EA8B}" type="presOf" srcId="{048B95CA-2322-4471-B433-850DD746E928}" destId="{B38CA5DD-DFE3-416D-9692-6C5A09940C29}" srcOrd="0" destOrd="0" presId="urn:microsoft.com/office/officeart/2005/8/layout/list1"/>
    <dgm:cxn modelId="{BAF0AE74-4FE4-42E9-BD55-9848559F26ED}" type="presOf" srcId="{E8B6AD89-08FA-4CAB-94D2-249F07F408F5}" destId="{F9C73EE0-348F-4134-B43A-A57891E43EFF}" srcOrd="0" destOrd="0" presId="urn:microsoft.com/office/officeart/2005/8/layout/list1"/>
    <dgm:cxn modelId="{FB4E43A5-7AD1-41B9-B0BC-599D251344F2}" type="presOf" srcId="{048B95CA-2322-4471-B433-850DD746E928}" destId="{A4185F4D-B66F-4BEB-B6E5-4A7EDE133AE4}" srcOrd="1" destOrd="0" presId="urn:microsoft.com/office/officeart/2005/8/layout/list1"/>
    <dgm:cxn modelId="{B6EA3D25-4411-4448-B52F-DC32D4003858}" type="presOf" srcId="{211C2DA7-A871-4EFF-B79F-CD4DF1F7BEA9}" destId="{B21405D7-34EB-41CA-9C4C-BE81185077DA}" srcOrd="1" destOrd="0" presId="urn:microsoft.com/office/officeart/2005/8/layout/list1"/>
    <dgm:cxn modelId="{66BEF335-A73E-4A81-9541-49AB340D1864}" type="presOf" srcId="{AE35D5BC-26B4-404D-B01B-CBF2855C0095}" destId="{C0FB8849-CFE7-43A1-BF50-7296334B4265}" srcOrd="0" destOrd="0" presId="urn:microsoft.com/office/officeart/2005/8/layout/list1"/>
    <dgm:cxn modelId="{5B5B0CDC-4E06-4438-A773-E13A6FE6290E}" srcId="{32CD7D1C-F11D-4CD9-A387-412DC05FDF43}" destId="{048B95CA-2322-4471-B433-850DD746E928}" srcOrd="4" destOrd="0" parTransId="{9215EC29-C41F-4B98-90F9-779D217002DB}" sibTransId="{D1D4EE72-A452-4599-9808-A0C446BFE585}"/>
    <dgm:cxn modelId="{FAF89984-52B8-4F24-BBF1-B4B5713063F9}" srcId="{32CD7D1C-F11D-4CD9-A387-412DC05FDF43}" destId="{AE35D5BC-26B4-404D-B01B-CBF2855C0095}" srcOrd="0" destOrd="0" parTransId="{380E2EE4-D7A7-40DC-B16B-DE2ABF688921}" sibTransId="{FBEB5EA5-33ED-4E5E-96E2-E8481C523F89}"/>
    <dgm:cxn modelId="{B6667577-5D63-4F82-B6A1-B7F53B753EE2}" srcId="{32CD7D1C-F11D-4CD9-A387-412DC05FDF43}" destId="{E8B6AD89-08FA-4CAB-94D2-249F07F408F5}" srcOrd="6" destOrd="0" parTransId="{2D0FAEFE-D00B-4760-A704-5A89D6C51D40}" sibTransId="{2E9A27DE-66B8-4C9D-B471-3AE16D19995A}"/>
    <dgm:cxn modelId="{C4C98A2C-C5A1-48E9-B9BF-C9993D94CA19}" type="presOf" srcId="{E8B6AD89-08FA-4CAB-94D2-249F07F408F5}" destId="{B62A80A5-0C95-47E3-BB3D-D3DCC4B5E21F}" srcOrd="1" destOrd="0" presId="urn:microsoft.com/office/officeart/2005/8/layout/list1"/>
    <dgm:cxn modelId="{5C6A0603-BC5F-43D3-B906-2269D8C4A44C}" type="presOf" srcId="{487DD413-078B-4BBF-AE1B-DA5A06B223F9}" destId="{29C203CE-8F87-4D29-AAEA-D083740FB04E}" srcOrd="0" destOrd="0" presId="urn:microsoft.com/office/officeart/2005/8/layout/list1"/>
    <dgm:cxn modelId="{42FA37D3-67B7-4BBA-9F87-3F2D94A26143}" srcId="{32CD7D1C-F11D-4CD9-A387-412DC05FDF43}" destId="{487DD413-078B-4BBF-AE1B-DA5A06B223F9}" srcOrd="3" destOrd="0" parTransId="{2DF0B9BE-E0AD-425D-B28E-9F2DED76D11D}" sibTransId="{3F353C5F-A8DB-4CEE-86B6-6C2083B8C141}"/>
    <dgm:cxn modelId="{2289C15E-0736-4748-BD4F-FD8A374FA6B6}" type="presOf" srcId="{7B1780C8-73FC-436E-90D7-8E772F657A8B}" destId="{FD6B7279-BED3-4223-AA55-6B72365160A3}" srcOrd="0" destOrd="0" presId="urn:microsoft.com/office/officeart/2005/8/layout/list1"/>
    <dgm:cxn modelId="{04601C48-61DC-48FD-8B78-CF1698FDA11D}" type="presOf" srcId="{211C2DA7-A871-4EFF-B79F-CD4DF1F7BEA9}" destId="{56E6887F-3F47-4CB4-BD12-6319CA4D58E9}" srcOrd="0" destOrd="0" presId="urn:microsoft.com/office/officeart/2005/8/layout/list1"/>
    <dgm:cxn modelId="{C07C8468-4C5A-4493-8236-97ED0EE1F3D2}" type="presOf" srcId="{FE234B16-31D9-4883-8255-50F6A771656D}" destId="{FB32059E-43E4-44D1-B0F4-C1456FC49ED3}" srcOrd="0" destOrd="0" presId="urn:microsoft.com/office/officeart/2005/8/layout/list1"/>
    <dgm:cxn modelId="{6A517384-3ADE-4FA0-9AD7-F2A4CAD1F95D}" srcId="{32CD7D1C-F11D-4CD9-A387-412DC05FDF43}" destId="{FE234B16-31D9-4883-8255-50F6A771656D}" srcOrd="1" destOrd="0" parTransId="{0D13C634-294B-40D3-90D9-D040F96F8542}" sibTransId="{DC1ECC1E-8BB9-492A-9885-79BDD339E83B}"/>
    <dgm:cxn modelId="{F1FFCF1D-EA61-4962-B9FF-F17FFA0A4270}" type="presOf" srcId="{487DD413-078B-4BBF-AE1B-DA5A06B223F9}" destId="{3D5C8FE9-D9B2-445B-88AE-043DE0DE5C9C}" srcOrd="1" destOrd="0" presId="urn:microsoft.com/office/officeart/2005/8/layout/list1"/>
    <dgm:cxn modelId="{DA7EDFA2-C5C4-47A6-A8AE-97CC7AE9CC1E}" srcId="{32CD7D1C-F11D-4CD9-A387-412DC05FDF43}" destId="{211C2DA7-A871-4EFF-B79F-CD4DF1F7BEA9}" srcOrd="5" destOrd="0" parTransId="{4CD548D3-F2EE-4C8C-8234-65B947CBF0CA}" sibTransId="{EF522CD3-E350-4CBE-983F-F3DA4AD5CF98}"/>
    <dgm:cxn modelId="{503E83FE-CA4A-431F-8B61-152F3FA78BFF}" type="presOf" srcId="{AE35D5BC-26B4-404D-B01B-CBF2855C0095}" destId="{72BB8A68-065D-4EC8-8BDB-1DB4524763F2}" srcOrd="1" destOrd="0" presId="urn:microsoft.com/office/officeart/2005/8/layout/list1"/>
    <dgm:cxn modelId="{CB5EF6FD-C1CE-4183-99A8-21A5B0DF9002}" srcId="{32CD7D1C-F11D-4CD9-A387-412DC05FDF43}" destId="{7B1780C8-73FC-436E-90D7-8E772F657A8B}" srcOrd="2" destOrd="0" parTransId="{D64F880E-57C9-4659-97D4-2802D6753D63}" sibTransId="{A508CC36-F3CA-49EB-9487-0A6EEBA9A23E}"/>
    <dgm:cxn modelId="{96C48C0B-7947-4FD0-AF3B-4AB742D2C078}" type="presParOf" srcId="{146E3A40-AB30-4DEE-AF4B-B6806D11A431}" destId="{BECFB1EA-C038-4F17-8648-2214352C0BE3}" srcOrd="0" destOrd="0" presId="urn:microsoft.com/office/officeart/2005/8/layout/list1"/>
    <dgm:cxn modelId="{29A620EB-1BD9-4049-A5F5-DCD1A31BA692}" type="presParOf" srcId="{BECFB1EA-C038-4F17-8648-2214352C0BE3}" destId="{C0FB8849-CFE7-43A1-BF50-7296334B4265}" srcOrd="0" destOrd="0" presId="urn:microsoft.com/office/officeart/2005/8/layout/list1"/>
    <dgm:cxn modelId="{FAD92033-593B-49BA-9340-DF8673F2E3C1}" type="presParOf" srcId="{BECFB1EA-C038-4F17-8648-2214352C0BE3}" destId="{72BB8A68-065D-4EC8-8BDB-1DB4524763F2}" srcOrd="1" destOrd="0" presId="urn:microsoft.com/office/officeart/2005/8/layout/list1"/>
    <dgm:cxn modelId="{211138F5-EDBC-4C4F-8176-726A0906B429}" type="presParOf" srcId="{146E3A40-AB30-4DEE-AF4B-B6806D11A431}" destId="{08166092-3127-428F-84F5-DB658FC1EED4}" srcOrd="1" destOrd="0" presId="urn:microsoft.com/office/officeart/2005/8/layout/list1"/>
    <dgm:cxn modelId="{75D56EC0-C4FB-4F20-9B9A-88546F3CB33E}" type="presParOf" srcId="{146E3A40-AB30-4DEE-AF4B-B6806D11A431}" destId="{4830B4F5-57ED-46E9-A18D-3A2AD0AA6C5C}" srcOrd="2" destOrd="0" presId="urn:microsoft.com/office/officeart/2005/8/layout/list1"/>
    <dgm:cxn modelId="{6F0C1C13-6F02-4244-A49D-1418F97F4E41}" type="presParOf" srcId="{146E3A40-AB30-4DEE-AF4B-B6806D11A431}" destId="{DCAC2F92-27A8-4F62-8F12-430AB4F68EA7}" srcOrd="3" destOrd="0" presId="urn:microsoft.com/office/officeart/2005/8/layout/list1"/>
    <dgm:cxn modelId="{2543D2CE-7146-427B-ACEB-AF2AF44EFBDB}" type="presParOf" srcId="{146E3A40-AB30-4DEE-AF4B-B6806D11A431}" destId="{F292C5D3-1425-467D-ACC8-5058F8EA33EA}" srcOrd="4" destOrd="0" presId="urn:microsoft.com/office/officeart/2005/8/layout/list1"/>
    <dgm:cxn modelId="{E71955B1-8D21-479A-A279-12AC15AB0ACC}" type="presParOf" srcId="{F292C5D3-1425-467D-ACC8-5058F8EA33EA}" destId="{FB32059E-43E4-44D1-B0F4-C1456FC49ED3}" srcOrd="0" destOrd="0" presId="urn:microsoft.com/office/officeart/2005/8/layout/list1"/>
    <dgm:cxn modelId="{EB6F5F18-8E35-4F14-99B9-18E51F424C8C}" type="presParOf" srcId="{F292C5D3-1425-467D-ACC8-5058F8EA33EA}" destId="{D0A445B6-6D07-45FB-A3A9-1FD18C6797A1}" srcOrd="1" destOrd="0" presId="urn:microsoft.com/office/officeart/2005/8/layout/list1"/>
    <dgm:cxn modelId="{58AC2560-218F-4F18-97C6-B27BB1529162}" type="presParOf" srcId="{146E3A40-AB30-4DEE-AF4B-B6806D11A431}" destId="{7DB5047C-A7A6-4925-92D9-234DD2A4FA1C}" srcOrd="5" destOrd="0" presId="urn:microsoft.com/office/officeart/2005/8/layout/list1"/>
    <dgm:cxn modelId="{5C495E54-4E53-4548-9B72-CC6F2995CD9C}" type="presParOf" srcId="{146E3A40-AB30-4DEE-AF4B-B6806D11A431}" destId="{25279C27-708C-4BBD-A5B9-25D61A2022F1}" srcOrd="6" destOrd="0" presId="urn:microsoft.com/office/officeart/2005/8/layout/list1"/>
    <dgm:cxn modelId="{80AEF844-F385-4BDB-9CBA-498506856C9A}" type="presParOf" srcId="{146E3A40-AB30-4DEE-AF4B-B6806D11A431}" destId="{FA203257-DDA8-46AD-8F52-417637F7773B}" srcOrd="7" destOrd="0" presId="urn:microsoft.com/office/officeart/2005/8/layout/list1"/>
    <dgm:cxn modelId="{261308AF-ACA4-4915-B598-EBA6A7B3B631}" type="presParOf" srcId="{146E3A40-AB30-4DEE-AF4B-B6806D11A431}" destId="{8B6EAEBA-7FEB-44DE-AF3E-6636223EF3E4}" srcOrd="8" destOrd="0" presId="urn:microsoft.com/office/officeart/2005/8/layout/list1"/>
    <dgm:cxn modelId="{ACB16646-F088-437D-A4A8-922AB8613667}" type="presParOf" srcId="{8B6EAEBA-7FEB-44DE-AF3E-6636223EF3E4}" destId="{FD6B7279-BED3-4223-AA55-6B72365160A3}" srcOrd="0" destOrd="0" presId="urn:microsoft.com/office/officeart/2005/8/layout/list1"/>
    <dgm:cxn modelId="{587EDCFF-20B9-49E8-BA90-C30708C57E52}" type="presParOf" srcId="{8B6EAEBA-7FEB-44DE-AF3E-6636223EF3E4}" destId="{D3252B4D-C434-4238-A689-26AACB755CB0}" srcOrd="1" destOrd="0" presId="urn:microsoft.com/office/officeart/2005/8/layout/list1"/>
    <dgm:cxn modelId="{54129B21-5F9B-406C-9D61-E17EC071731C}" type="presParOf" srcId="{146E3A40-AB30-4DEE-AF4B-B6806D11A431}" destId="{33CA3DD1-1280-4A8D-B0FE-5858F4E2B1D7}" srcOrd="9" destOrd="0" presId="urn:microsoft.com/office/officeart/2005/8/layout/list1"/>
    <dgm:cxn modelId="{F7CD8817-7430-46FD-87F4-EF493FCFA3A1}" type="presParOf" srcId="{146E3A40-AB30-4DEE-AF4B-B6806D11A431}" destId="{F5FF0741-D2E0-4FBA-84CE-82A25CE93515}" srcOrd="10" destOrd="0" presId="urn:microsoft.com/office/officeart/2005/8/layout/list1"/>
    <dgm:cxn modelId="{F3BBBB17-06A6-482E-A098-3D293CD93E57}" type="presParOf" srcId="{146E3A40-AB30-4DEE-AF4B-B6806D11A431}" destId="{5DB7FA82-B6CC-42F5-AA83-0716D6ED67E9}" srcOrd="11" destOrd="0" presId="urn:microsoft.com/office/officeart/2005/8/layout/list1"/>
    <dgm:cxn modelId="{A2606D7C-2EEA-48F6-8B52-AE6141373771}" type="presParOf" srcId="{146E3A40-AB30-4DEE-AF4B-B6806D11A431}" destId="{D8D022E0-30DE-45EE-9807-F2953CB27684}" srcOrd="12" destOrd="0" presId="urn:microsoft.com/office/officeart/2005/8/layout/list1"/>
    <dgm:cxn modelId="{ADDE24A2-C6ED-4C1E-955B-3344F430E628}" type="presParOf" srcId="{D8D022E0-30DE-45EE-9807-F2953CB27684}" destId="{29C203CE-8F87-4D29-AAEA-D083740FB04E}" srcOrd="0" destOrd="0" presId="urn:microsoft.com/office/officeart/2005/8/layout/list1"/>
    <dgm:cxn modelId="{03D6B6BC-75CC-45CA-81FF-79F9B68CF7A2}" type="presParOf" srcId="{D8D022E0-30DE-45EE-9807-F2953CB27684}" destId="{3D5C8FE9-D9B2-445B-88AE-043DE0DE5C9C}" srcOrd="1" destOrd="0" presId="urn:microsoft.com/office/officeart/2005/8/layout/list1"/>
    <dgm:cxn modelId="{931A3425-6DD2-4EE9-98E7-E79C89133A87}" type="presParOf" srcId="{146E3A40-AB30-4DEE-AF4B-B6806D11A431}" destId="{96E37892-1665-4267-8A21-692AB3848253}" srcOrd="13" destOrd="0" presId="urn:microsoft.com/office/officeart/2005/8/layout/list1"/>
    <dgm:cxn modelId="{3862CA94-AB6A-4B64-B587-E47CF420A3AD}" type="presParOf" srcId="{146E3A40-AB30-4DEE-AF4B-B6806D11A431}" destId="{69BB3869-3F15-4699-A6DB-4271AAEC2110}" srcOrd="14" destOrd="0" presId="urn:microsoft.com/office/officeart/2005/8/layout/list1"/>
    <dgm:cxn modelId="{911D630F-368A-4F32-92D1-87250B207E09}" type="presParOf" srcId="{146E3A40-AB30-4DEE-AF4B-B6806D11A431}" destId="{F38B03D4-640C-4E5F-88A7-AB8082547698}" srcOrd="15" destOrd="0" presId="urn:microsoft.com/office/officeart/2005/8/layout/list1"/>
    <dgm:cxn modelId="{37A22750-8D52-46CC-B88B-98C19E8447B4}" type="presParOf" srcId="{146E3A40-AB30-4DEE-AF4B-B6806D11A431}" destId="{BA0378E3-8250-49D6-B257-CA98191BDB25}" srcOrd="16" destOrd="0" presId="urn:microsoft.com/office/officeart/2005/8/layout/list1"/>
    <dgm:cxn modelId="{A4A4627F-7800-433D-925C-5484000206CB}" type="presParOf" srcId="{BA0378E3-8250-49D6-B257-CA98191BDB25}" destId="{B38CA5DD-DFE3-416D-9692-6C5A09940C29}" srcOrd="0" destOrd="0" presId="urn:microsoft.com/office/officeart/2005/8/layout/list1"/>
    <dgm:cxn modelId="{26221A71-1379-4737-9911-3DA42A1621DA}" type="presParOf" srcId="{BA0378E3-8250-49D6-B257-CA98191BDB25}" destId="{A4185F4D-B66F-4BEB-B6E5-4A7EDE133AE4}" srcOrd="1" destOrd="0" presId="urn:microsoft.com/office/officeart/2005/8/layout/list1"/>
    <dgm:cxn modelId="{213D7C44-B79C-438D-9ECE-D7C531039B74}" type="presParOf" srcId="{146E3A40-AB30-4DEE-AF4B-B6806D11A431}" destId="{DD3B6C00-9D53-4D89-A587-F5BE078AB53A}" srcOrd="17" destOrd="0" presId="urn:microsoft.com/office/officeart/2005/8/layout/list1"/>
    <dgm:cxn modelId="{F8888509-9037-4E85-A11E-7DCC538617D7}" type="presParOf" srcId="{146E3A40-AB30-4DEE-AF4B-B6806D11A431}" destId="{5AD48C48-CE0D-4C66-A758-429FCF7260C7}" srcOrd="18" destOrd="0" presId="urn:microsoft.com/office/officeart/2005/8/layout/list1"/>
    <dgm:cxn modelId="{F3532BE5-5341-4DB6-AE28-E94F99104CD2}" type="presParOf" srcId="{146E3A40-AB30-4DEE-AF4B-B6806D11A431}" destId="{D69BE8BA-5BA8-4EA3-92C6-425884E347A8}" srcOrd="19" destOrd="0" presId="urn:microsoft.com/office/officeart/2005/8/layout/list1"/>
    <dgm:cxn modelId="{E432DBB6-461C-4204-B5C1-B916819E8DFB}" type="presParOf" srcId="{146E3A40-AB30-4DEE-AF4B-B6806D11A431}" destId="{73BA25DE-4BC0-4CAF-A9A0-EEFA1CA196FF}" srcOrd="20" destOrd="0" presId="urn:microsoft.com/office/officeart/2005/8/layout/list1"/>
    <dgm:cxn modelId="{9F3AE30A-FE71-4B14-9BB9-F8EB7DBBF8DA}" type="presParOf" srcId="{73BA25DE-4BC0-4CAF-A9A0-EEFA1CA196FF}" destId="{56E6887F-3F47-4CB4-BD12-6319CA4D58E9}" srcOrd="0" destOrd="0" presId="urn:microsoft.com/office/officeart/2005/8/layout/list1"/>
    <dgm:cxn modelId="{BF1F6DF8-E4C2-43C3-9732-0FC5018D31D2}" type="presParOf" srcId="{73BA25DE-4BC0-4CAF-A9A0-EEFA1CA196FF}" destId="{B21405D7-34EB-41CA-9C4C-BE81185077DA}" srcOrd="1" destOrd="0" presId="urn:microsoft.com/office/officeart/2005/8/layout/list1"/>
    <dgm:cxn modelId="{7C3FB62A-DB89-46BB-9EB1-15FFE922FFC0}" type="presParOf" srcId="{146E3A40-AB30-4DEE-AF4B-B6806D11A431}" destId="{3E9A93A8-881C-45AF-AD00-AA0808C625AA}" srcOrd="21" destOrd="0" presId="urn:microsoft.com/office/officeart/2005/8/layout/list1"/>
    <dgm:cxn modelId="{B7606532-4E3D-4B76-A3B7-DE6CBFECDADC}" type="presParOf" srcId="{146E3A40-AB30-4DEE-AF4B-B6806D11A431}" destId="{5A286EB7-0557-4AAA-9EDE-F3262D5660DD}" srcOrd="22" destOrd="0" presId="urn:microsoft.com/office/officeart/2005/8/layout/list1"/>
    <dgm:cxn modelId="{704A14E3-0540-4851-9A1B-F70865CD688C}" type="presParOf" srcId="{146E3A40-AB30-4DEE-AF4B-B6806D11A431}" destId="{5F1A9A32-2708-4A17-9C91-5CF61D6C7B33}" srcOrd="23" destOrd="0" presId="urn:microsoft.com/office/officeart/2005/8/layout/list1"/>
    <dgm:cxn modelId="{9D8DE711-BB90-4F0F-B3AC-14EBEAA68B37}" type="presParOf" srcId="{146E3A40-AB30-4DEE-AF4B-B6806D11A431}" destId="{742B9A2E-A025-4793-ACE1-F91355DE1168}" srcOrd="24" destOrd="0" presId="urn:microsoft.com/office/officeart/2005/8/layout/list1"/>
    <dgm:cxn modelId="{9B97F742-3E20-49D7-862E-462E4764326F}" type="presParOf" srcId="{742B9A2E-A025-4793-ACE1-F91355DE1168}" destId="{F9C73EE0-348F-4134-B43A-A57891E43EFF}" srcOrd="0" destOrd="0" presId="urn:microsoft.com/office/officeart/2005/8/layout/list1"/>
    <dgm:cxn modelId="{B5F7F584-668D-4369-A59D-A182A03F298D}" type="presParOf" srcId="{742B9A2E-A025-4793-ACE1-F91355DE1168}" destId="{B62A80A5-0C95-47E3-BB3D-D3DCC4B5E21F}" srcOrd="1" destOrd="0" presId="urn:microsoft.com/office/officeart/2005/8/layout/list1"/>
    <dgm:cxn modelId="{31E7BAC1-2E00-46B1-ACF8-9C4386BB4DB3}" type="presParOf" srcId="{146E3A40-AB30-4DEE-AF4B-B6806D11A431}" destId="{1455BFA7-C06B-48CB-84EB-E286EAE62CC2}" srcOrd="25" destOrd="0" presId="urn:microsoft.com/office/officeart/2005/8/layout/list1"/>
    <dgm:cxn modelId="{FA7CC470-25DB-4BF9-BDDC-C07F6DB872E3}" type="presParOf" srcId="{146E3A40-AB30-4DEE-AF4B-B6806D11A431}" destId="{295A5AC8-2AC6-4EED-8B05-2501E7A10E02}" srcOrd="26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32CD7D1C-F11D-4CD9-A387-412DC05FDF43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E35D5BC-26B4-404D-B01B-CBF2855C0095}">
      <dgm:prSet phldrT="[Текст]" phldr="0"/>
      <dgm:spPr/>
      <dgm:t>
        <a:bodyPr/>
        <a:lstStyle/>
        <a:p>
          <a:r>
            <a:rPr lang="ru-RU" dirty="0"/>
            <a:t>Получение из учетных систем</a:t>
          </a:r>
        </a:p>
      </dgm:t>
    </dgm:pt>
    <dgm:pt modelId="{380E2EE4-D7A7-40DC-B16B-DE2ABF688921}" type="parTrans" cxnId="{FAF89984-52B8-4F24-BBF1-B4B5713063F9}">
      <dgm:prSet/>
      <dgm:spPr/>
      <dgm:t>
        <a:bodyPr/>
        <a:lstStyle/>
        <a:p>
          <a:endParaRPr lang="ru-RU"/>
        </a:p>
      </dgm:t>
    </dgm:pt>
    <dgm:pt modelId="{FBEB5EA5-33ED-4E5E-96E2-E8481C523F89}" type="sibTrans" cxnId="{FAF89984-52B8-4F24-BBF1-B4B5713063F9}">
      <dgm:prSet/>
      <dgm:spPr/>
      <dgm:t>
        <a:bodyPr/>
        <a:lstStyle/>
        <a:p>
          <a:endParaRPr lang="ru-RU"/>
        </a:p>
      </dgm:t>
    </dgm:pt>
    <dgm:pt modelId="{FE234B16-31D9-4883-8255-50F6A771656D}">
      <dgm:prSet phldrT="[Текст]" phldr="0"/>
      <dgm:spPr/>
      <dgm:t>
        <a:bodyPr/>
        <a:lstStyle/>
        <a:p>
          <a:r>
            <a:rPr lang="ru-RU" dirty="0"/>
            <a:t>Получение из косвенных источников информации</a:t>
          </a:r>
        </a:p>
      </dgm:t>
    </dgm:pt>
    <dgm:pt modelId="{0D13C634-294B-40D3-90D9-D040F96F8542}" type="parTrans" cxnId="{6A517384-3ADE-4FA0-9AD7-F2A4CAD1F95D}">
      <dgm:prSet/>
      <dgm:spPr/>
      <dgm:t>
        <a:bodyPr/>
        <a:lstStyle/>
        <a:p>
          <a:endParaRPr lang="ru-RU"/>
        </a:p>
      </dgm:t>
    </dgm:pt>
    <dgm:pt modelId="{DC1ECC1E-8BB9-492A-9885-79BDD339E83B}" type="sibTrans" cxnId="{6A517384-3ADE-4FA0-9AD7-F2A4CAD1F95D}">
      <dgm:prSet/>
      <dgm:spPr/>
      <dgm:t>
        <a:bodyPr/>
        <a:lstStyle/>
        <a:p>
          <a:endParaRPr lang="ru-RU"/>
        </a:p>
      </dgm:t>
    </dgm:pt>
    <dgm:pt modelId="{7B1780C8-73FC-436E-90D7-8E772F657A8B}">
      <dgm:prSet phldrT="[Текст]" phldr="0"/>
      <dgm:spPr/>
      <dgm:t>
        <a:bodyPr/>
        <a:lstStyle/>
        <a:p>
          <a:r>
            <a:rPr lang="ru-RU" dirty="0"/>
            <a:t>Использование открытых источников</a:t>
          </a:r>
        </a:p>
      </dgm:t>
    </dgm:pt>
    <dgm:pt modelId="{D64F880E-57C9-4659-97D4-2802D6753D63}" type="parTrans" cxnId="{CB5EF6FD-C1CE-4183-99A8-21A5B0DF9002}">
      <dgm:prSet/>
      <dgm:spPr/>
      <dgm:t>
        <a:bodyPr/>
        <a:lstStyle/>
        <a:p>
          <a:endParaRPr lang="ru-RU"/>
        </a:p>
      </dgm:t>
    </dgm:pt>
    <dgm:pt modelId="{A508CC36-F3CA-49EB-9487-0A6EEBA9A23E}" type="sibTrans" cxnId="{CB5EF6FD-C1CE-4183-99A8-21A5B0DF9002}">
      <dgm:prSet/>
      <dgm:spPr/>
      <dgm:t>
        <a:bodyPr/>
        <a:lstStyle/>
        <a:p>
          <a:endParaRPr lang="ru-RU"/>
        </a:p>
      </dgm:t>
    </dgm:pt>
    <dgm:pt modelId="{487DD413-078B-4BBF-AE1B-DA5A06B223F9}">
      <dgm:prSet/>
      <dgm:spPr/>
      <dgm:t>
        <a:bodyPr/>
        <a:lstStyle/>
        <a:p>
          <a:r>
            <a:rPr lang="ru-RU" dirty="0"/>
            <a:t>Приобретение данных из специализированных компаний</a:t>
          </a:r>
        </a:p>
      </dgm:t>
    </dgm:pt>
    <dgm:pt modelId="{2DF0B9BE-E0AD-425D-B28E-9F2DED76D11D}" type="parTrans" cxnId="{42FA37D3-67B7-4BBA-9F87-3F2D94A26143}">
      <dgm:prSet/>
      <dgm:spPr/>
      <dgm:t>
        <a:bodyPr/>
        <a:lstStyle/>
        <a:p>
          <a:endParaRPr lang="ru-RU"/>
        </a:p>
      </dgm:t>
    </dgm:pt>
    <dgm:pt modelId="{3F353C5F-A8DB-4CEE-86B6-6C2083B8C141}" type="sibTrans" cxnId="{42FA37D3-67B7-4BBA-9F87-3F2D94A26143}">
      <dgm:prSet/>
      <dgm:spPr/>
      <dgm:t>
        <a:bodyPr/>
        <a:lstStyle/>
        <a:p>
          <a:endParaRPr lang="ru-RU"/>
        </a:p>
      </dgm:t>
    </dgm:pt>
    <dgm:pt modelId="{048B95CA-2322-4471-B433-850DD746E928}">
      <dgm:prSet/>
      <dgm:spPr/>
      <dgm:t>
        <a:bodyPr/>
        <a:lstStyle/>
        <a:p>
          <a:r>
            <a:rPr lang="ru-RU" dirty="0"/>
            <a:t>Проведение собственных мероприятий по сбору данных</a:t>
          </a:r>
        </a:p>
      </dgm:t>
    </dgm:pt>
    <dgm:pt modelId="{9215EC29-C41F-4B98-90F9-779D217002DB}" type="parTrans" cxnId="{5B5B0CDC-4E06-4438-A773-E13A6FE6290E}">
      <dgm:prSet/>
      <dgm:spPr/>
      <dgm:t>
        <a:bodyPr/>
        <a:lstStyle/>
        <a:p>
          <a:endParaRPr lang="ru-RU"/>
        </a:p>
      </dgm:t>
    </dgm:pt>
    <dgm:pt modelId="{D1D4EE72-A452-4599-9808-A0C446BFE585}" type="sibTrans" cxnId="{5B5B0CDC-4E06-4438-A773-E13A6FE6290E}">
      <dgm:prSet/>
      <dgm:spPr/>
      <dgm:t>
        <a:bodyPr/>
        <a:lstStyle/>
        <a:p>
          <a:endParaRPr lang="ru-RU"/>
        </a:p>
      </dgm:t>
    </dgm:pt>
    <dgm:pt modelId="{211C2DA7-A871-4EFF-B79F-CD4DF1F7BEA9}">
      <dgm:prSet/>
      <dgm:spPr/>
      <dgm:t>
        <a:bodyPr/>
        <a:lstStyle/>
        <a:p>
          <a:r>
            <a:rPr lang="ru-RU" dirty="0"/>
            <a:t>Ввод данных вручную</a:t>
          </a:r>
        </a:p>
      </dgm:t>
    </dgm:pt>
    <dgm:pt modelId="{4CD548D3-F2EE-4C8C-8234-65B947CBF0CA}" type="parTrans" cxnId="{DA7EDFA2-C5C4-47A6-A8AE-97CC7AE9CC1E}">
      <dgm:prSet/>
      <dgm:spPr/>
      <dgm:t>
        <a:bodyPr/>
        <a:lstStyle/>
        <a:p>
          <a:endParaRPr lang="ru-RU"/>
        </a:p>
      </dgm:t>
    </dgm:pt>
    <dgm:pt modelId="{EF522CD3-E350-4CBE-983F-F3DA4AD5CF98}" type="sibTrans" cxnId="{DA7EDFA2-C5C4-47A6-A8AE-97CC7AE9CC1E}">
      <dgm:prSet/>
      <dgm:spPr/>
      <dgm:t>
        <a:bodyPr/>
        <a:lstStyle/>
        <a:p>
          <a:endParaRPr lang="ru-RU"/>
        </a:p>
      </dgm:t>
    </dgm:pt>
    <dgm:pt modelId="{146E3A40-AB30-4DEE-AF4B-B6806D11A431}" type="pres">
      <dgm:prSet presAssocID="{32CD7D1C-F11D-4CD9-A387-412DC05FDF4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ECFB1EA-C038-4F17-8648-2214352C0BE3}" type="pres">
      <dgm:prSet presAssocID="{AE35D5BC-26B4-404D-B01B-CBF2855C0095}" presName="parentLin" presStyleCnt="0"/>
      <dgm:spPr/>
    </dgm:pt>
    <dgm:pt modelId="{C0FB8849-CFE7-43A1-BF50-7296334B4265}" type="pres">
      <dgm:prSet presAssocID="{AE35D5BC-26B4-404D-B01B-CBF2855C0095}" presName="parentLeftMargin" presStyleLbl="node1" presStyleIdx="0" presStyleCnt="6"/>
      <dgm:spPr/>
      <dgm:t>
        <a:bodyPr/>
        <a:lstStyle/>
        <a:p>
          <a:endParaRPr lang="ru-RU"/>
        </a:p>
      </dgm:t>
    </dgm:pt>
    <dgm:pt modelId="{72BB8A68-065D-4EC8-8BDB-1DB4524763F2}" type="pres">
      <dgm:prSet presAssocID="{AE35D5BC-26B4-404D-B01B-CBF2855C0095}" presName="parentText" presStyleLbl="node1" presStyleIdx="0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166092-3127-428F-84F5-DB658FC1EED4}" type="pres">
      <dgm:prSet presAssocID="{AE35D5BC-26B4-404D-B01B-CBF2855C0095}" presName="negativeSpace" presStyleCnt="0"/>
      <dgm:spPr/>
    </dgm:pt>
    <dgm:pt modelId="{4830B4F5-57ED-46E9-A18D-3A2AD0AA6C5C}" type="pres">
      <dgm:prSet presAssocID="{AE35D5BC-26B4-404D-B01B-CBF2855C0095}" presName="childText" presStyleLbl="conFgAcc1" presStyleIdx="0" presStyleCnt="6">
        <dgm:presLayoutVars>
          <dgm:bulletEnabled val="1"/>
        </dgm:presLayoutVars>
      </dgm:prSet>
      <dgm:spPr/>
    </dgm:pt>
    <dgm:pt modelId="{DCAC2F92-27A8-4F62-8F12-430AB4F68EA7}" type="pres">
      <dgm:prSet presAssocID="{FBEB5EA5-33ED-4E5E-96E2-E8481C523F89}" presName="spaceBetweenRectangles" presStyleCnt="0"/>
      <dgm:spPr/>
    </dgm:pt>
    <dgm:pt modelId="{F292C5D3-1425-467D-ACC8-5058F8EA33EA}" type="pres">
      <dgm:prSet presAssocID="{FE234B16-31D9-4883-8255-50F6A771656D}" presName="parentLin" presStyleCnt="0"/>
      <dgm:spPr/>
    </dgm:pt>
    <dgm:pt modelId="{FB32059E-43E4-44D1-B0F4-C1456FC49ED3}" type="pres">
      <dgm:prSet presAssocID="{FE234B16-31D9-4883-8255-50F6A771656D}" presName="parentLeftMargin" presStyleLbl="node1" presStyleIdx="0" presStyleCnt="6"/>
      <dgm:spPr/>
      <dgm:t>
        <a:bodyPr/>
        <a:lstStyle/>
        <a:p>
          <a:endParaRPr lang="ru-RU"/>
        </a:p>
      </dgm:t>
    </dgm:pt>
    <dgm:pt modelId="{D0A445B6-6D07-45FB-A3A9-1FD18C6797A1}" type="pres">
      <dgm:prSet presAssocID="{FE234B16-31D9-4883-8255-50F6A771656D}" presName="parentText" presStyleLbl="node1" presStyleIdx="1" presStyleCnt="6" custLinFactNeighborX="-1336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B5047C-A7A6-4925-92D9-234DD2A4FA1C}" type="pres">
      <dgm:prSet presAssocID="{FE234B16-31D9-4883-8255-50F6A771656D}" presName="negativeSpace" presStyleCnt="0"/>
      <dgm:spPr/>
    </dgm:pt>
    <dgm:pt modelId="{25279C27-708C-4BBD-A5B9-25D61A2022F1}" type="pres">
      <dgm:prSet presAssocID="{FE234B16-31D9-4883-8255-50F6A771656D}" presName="childText" presStyleLbl="conFgAcc1" presStyleIdx="1" presStyleCnt="6">
        <dgm:presLayoutVars>
          <dgm:bulletEnabled val="1"/>
        </dgm:presLayoutVars>
      </dgm:prSet>
      <dgm:spPr/>
    </dgm:pt>
    <dgm:pt modelId="{FA203257-DDA8-46AD-8F52-417637F7773B}" type="pres">
      <dgm:prSet presAssocID="{DC1ECC1E-8BB9-492A-9885-79BDD339E83B}" presName="spaceBetweenRectangles" presStyleCnt="0"/>
      <dgm:spPr/>
    </dgm:pt>
    <dgm:pt modelId="{8B6EAEBA-7FEB-44DE-AF3E-6636223EF3E4}" type="pres">
      <dgm:prSet presAssocID="{7B1780C8-73FC-436E-90D7-8E772F657A8B}" presName="parentLin" presStyleCnt="0"/>
      <dgm:spPr/>
    </dgm:pt>
    <dgm:pt modelId="{FD6B7279-BED3-4223-AA55-6B72365160A3}" type="pres">
      <dgm:prSet presAssocID="{7B1780C8-73FC-436E-90D7-8E772F657A8B}" presName="parentLeftMargin" presStyleLbl="node1" presStyleIdx="1" presStyleCnt="6"/>
      <dgm:spPr/>
      <dgm:t>
        <a:bodyPr/>
        <a:lstStyle/>
        <a:p>
          <a:endParaRPr lang="ru-RU"/>
        </a:p>
      </dgm:t>
    </dgm:pt>
    <dgm:pt modelId="{D3252B4D-C434-4238-A689-26AACB755CB0}" type="pres">
      <dgm:prSet presAssocID="{7B1780C8-73FC-436E-90D7-8E772F657A8B}" presName="parentText" presStyleLbl="node1" presStyleIdx="2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CA3DD1-1280-4A8D-B0FE-5858F4E2B1D7}" type="pres">
      <dgm:prSet presAssocID="{7B1780C8-73FC-436E-90D7-8E772F657A8B}" presName="negativeSpace" presStyleCnt="0"/>
      <dgm:spPr/>
    </dgm:pt>
    <dgm:pt modelId="{F5FF0741-D2E0-4FBA-84CE-82A25CE93515}" type="pres">
      <dgm:prSet presAssocID="{7B1780C8-73FC-436E-90D7-8E772F657A8B}" presName="childText" presStyleLbl="conFgAcc1" presStyleIdx="2" presStyleCnt="6">
        <dgm:presLayoutVars>
          <dgm:bulletEnabled val="1"/>
        </dgm:presLayoutVars>
      </dgm:prSet>
      <dgm:spPr/>
    </dgm:pt>
    <dgm:pt modelId="{5DB7FA82-B6CC-42F5-AA83-0716D6ED67E9}" type="pres">
      <dgm:prSet presAssocID="{A508CC36-F3CA-49EB-9487-0A6EEBA9A23E}" presName="spaceBetweenRectangles" presStyleCnt="0"/>
      <dgm:spPr/>
    </dgm:pt>
    <dgm:pt modelId="{D8D022E0-30DE-45EE-9807-F2953CB27684}" type="pres">
      <dgm:prSet presAssocID="{487DD413-078B-4BBF-AE1B-DA5A06B223F9}" presName="parentLin" presStyleCnt="0"/>
      <dgm:spPr/>
    </dgm:pt>
    <dgm:pt modelId="{29C203CE-8F87-4D29-AAEA-D083740FB04E}" type="pres">
      <dgm:prSet presAssocID="{487DD413-078B-4BBF-AE1B-DA5A06B223F9}" presName="parentLeftMargin" presStyleLbl="node1" presStyleIdx="2" presStyleCnt="6"/>
      <dgm:spPr/>
      <dgm:t>
        <a:bodyPr/>
        <a:lstStyle/>
        <a:p>
          <a:endParaRPr lang="ru-RU"/>
        </a:p>
      </dgm:t>
    </dgm:pt>
    <dgm:pt modelId="{3D5C8FE9-D9B2-445B-88AE-043DE0DE5C9C}" type="pres">
      <dgm:prSet presAssocID="{487DD413-078B-4BBF-AE1B-DA5A06B223F9}" presName="parentText" presStyleLbl="node1" presStyleIdx="3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E37892-1665-4267-8A21-692AB3848253}" type="pres">
      <dgm:prSet presAssocID="{487DD413-078B-4BBF-AE1B-DA5A06B223F9}" presName="negativeSpace" presStyleCnt="0"/>
      <dgm:spPr/>
    </dgm:pt>
    <dgm:pt modelId="{69BB3869-3F15-4699-A6DB-4271AAEC2110}" type="pres">
      <dgm:prSet presAssocID="{487DD413-078B-4BBF-AE1B-DA5A06B223F9}" presName="childText" presStyleLbl="conFgAcc1" presStyleIdx="3" presStyleCnt="6">
        <dgm:presLayoutVars>
          <dgm:bulletEnabled val="1"/>
        </dgm:presLayoutVars>
      </dgm:prSet>
      <dgm:spPr/>
    </dgm:pt>
    <dgm:pt modelId="{F38B03D4-640C-4E5F-88A7-AB8082547698}" type="pres">
      <dgm:prSet presAssocID="{3F353C5F-A8DB-4CEE-86B6-6C2083B8C141}" presName="spaceBetweenRectangles" presStyleCnt="0"/>
      <dgm:spPr/>
    </dgm:pt>
    <dgm:pt modelId="{BA0378E3-8250-49D6-B257-CA98191BDB25}" type="pres">
      <dgm:prSet presAssocID="{048B95CA-2322-4471-B433-850DD746E928}" presName="parentLin" presStyleCnt="0"/>
      <dgm:spPr/>
    </dgm:pt>
    <dgm:pt modelId="{B38CA5DD-DFE3-416D-9692-6C5A09940C29}" type="pres">
      <dgm:prSet presAssocID="{048B95CA-2322-4471-B433-850DD746E928}" presName="parentLeftMargin" presStyleLbl="node1" presStyleIdx="3" presStyleCnt="6"/>
      <dgm:spPr/>
      <dgm:t>
        <a:bodyPr/>
        <a:lstStyle/>
        <a:p>
          <a:endParaRPr lang="ru-RU"/>
        </a:p>
      </dgm:t>
    </dgm:pt>
    <dgm:pt modelId="{A4185F4D-B66F-4BEB-B6E5-4A7EDE133AE4}" type="pres">
      <dgm:prSet presAssocID="{048B95CA-2322-4471-B433-850DD746E928}" presName="parentText" presStyleLbl="node1" presStyleIdx="4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3B6C00-9D53-4D89-A587-F5BE078AB53A}" type="pres">
      <dgm:prSet presAssocID="{048B95CA-2322-4471-B433-850DD746E928}" presName="negativeSpace" presStyleCnt="0"/>
      <dgm:spPr/>
    </dgm:pt>
    <dgm:pt modelId="{5AD48C48-CE0D-4C66-A758-429FCF7260C7}" type="pres">
      <dgm:prSet presAssocID="{048B95CA-2322-4471-B433-850DD746E928}" presName="childText" presStyleLbl="conFgAcc1" presStyleIdx="4" presStyleCnt="6">
        <dgm:presLayoutVars>
          <dgm:bulletEnabled val="1"/>
        </dgm:presLayoutVars>
      </dgm:prSet>
      <dgm:spPr/>
    </dgm:pt>
    <dgm:pt modelId="{D69BE8BA-5BA8-4EA3-92C6-425884E347A8}" type="pres">
      <dgm:prSet presAssocID="{D1D4EE72-A452-4599-9808-A0C446BFE585}" presName="spaceBetweenRectangles" presStyleCnt="0"/>
      <dgm:spPr/>
    </dgm:pt>
    <dgm:pt modelId="{73BA25DE-4BC0-4CAF-A9A0-EEFA1CA196FF}" type="pres">
      <dgm:prSet presAssocID="{211C2DA7-A871-4EFF-B79F-CD4DF1F7BEA9}" presName="parentLin" presStyleCnt="0"/>
      <dgm:spPr/>
    </dgm:pt>
    <dgm:pt modelId="{56E6887F-3F47-4CB4-BD12-6319CA4D58E9}" type="pres">
      <dgm:prSet presAssocID="{211C2DA7-A871-4EFF-B79F-CD4DF1F7BEA9}" presName="parentLeftMargin" presStyleLbl="node1" presStyleIdx="4" presStyleCnt="6"/>
      <dgm:spPr/>
      <dgm:t>
        <a:bodyPr/>
        <a:lstStyle/>
        <a:p>
          <a:endParaRPr lang="ru-RU"/>
        </a:p>
      </dgm:t>
    </dgm:pt>
    <dgm:pt modelId="{B21405D7-34EB-41CA-9C4C-BE81185077DA}" type="pres">
      <dgm:prSet presAssocID="{211C2DA7-A871-4EFF-B79F-CD4DF1F7BEA9}" presName="parentText" presStyleLbl="node1" presStyleIdx="5" presStyleCnt="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E9A93A8-881C-45AF-AD00-AA0808C625AA}" type="pres">
      <dgm:prSet presAssocID="{211C2DA7-A871-4EFF-B79F-CD4DF1F7BEA9}" presName="negativeSpace" presStyleCnt="0"/>
      <dgm:spPr/>
    </dgm:pt>
    <dgm:pt modelId="{5A286EB7-0557-4AAA-9EDE-F3262D5660DD}" type="pres">
      <dgm:prSet presAssocID="{211C2DA7-A871-4EFF-B79F-CD4DF1F7BEA9}" presName="childText" presStyleLbl="conFgAcc1" presStyleIdx="5" presStyleCnt="6">
        <dgm:presLayoutVars>
          <dgm:bulletEnabled val="1"/>
        </dgm:presLayoutVars>
      </dgm:prSet>
      <dgm:spPr/>
    </dgm:pt>
  </dgm:ptLst>
  <dgm:cxnLst>
    <dgm:cxn modelId="{2289C15E-0736-4748-BD4F-FD8A374FA6B6}" type="presOf" srcId="{7B1780C8-73FC-436E-90D7-8E772F657A8B}" destId="{FD6B7279-BED3-4223-AA55-6B72365160A3}" srcOrd="0" destOrd="0" presId="urn:microsoft.com/office/officeart/2005/8/layout/list1"/>
    <dgm:cxn modelId="{C07C8468-4C5A-4493-8236-97ED0EE1F3D2}" type="presOf" srcId="{FE234B16-31D9-4883-8255-50F6A771656D}" destId="{FB32059E-43E4-44D1-B0F4-C1456FC49ED3}" srcOrd="0" destOrd="0" presId="urn:microsoft.com/office/officeart/2005/8/layout/list1"/>
    <dgm:cxn modelId="{FB4E43A5-7AD1-41B9-B0BC-599D251344F2}" type="presOf" srcId="{048B95CA-2322-4471-B433-850DD746E928}" destId="{A4185F4D-B66F-4BEB-B6E5-4A7EDE133AE4}" srcOrd="1" destOrd="0" presId="urn:microsoft.com/office/officeart/2005/8/layout/list1"/>
    <dgm:cxn modelId="{6A517384-3ADE-4FA0-9AD7-F2A4CAD1F95D}" srcId="{32CD7D1C-F11D-4CD9-A387-412DC05FDF43}" destId="{FE234B16-31D9-4883-8255-50F6A771656D}" srcOrd="1" destOrd="0" parTransId="{0D13C634-294B-40D3-90D9-D040F96F8542}" sibTransId="{DC1ECC1E-8BB9-492A-9885-79BDD339E83B}"/>
    <dgm:cxn modelId="{42FA37D3-67B7-4BBA-9F87-3F2D94A26143}" srcId="{32CD7D1C-F11D-4CD9-A387-412DC05FDF43}" destId="{487DD413-078B-4BBF-AE1B-DA5A06B223F9}" srcOrd="3" destOrd="0" parTransId="{2DF0B9BE-E0AD-425D-B28E-9F2DED76D11D}" sibTransId="{3F353C5F-A8DB-4CEE-86B6-6C2083B8C141}"/>
    <dgm:cxn modelId="{5C6A0603-BC5F-43D3-B906-2269D8C4A44C}" type="presOf" srcId="{487DD413-078B-4BBF-AE1B-DA5A06B223F9}" destId="{29C203CE-8F87-4D29-AAEA-D083740FB04E}" srcOrd="0" destOrd="0" presId="urn:microsoft.com/office/officeart/2005/8/layout/list1"/>
    <dgm:cxn modelId="{2CB981C0-1C20-4E7B-A736-19AE34F7EA8B}" type="presOf" srcId="{048B95CA-2322-4471-B433-850DD746E928}" destId="{B38CA5DD-DFE3-416D-9692-6C5A09940C29}" srcOrd="0" destOrd="0" presId="urn:microsoft.com/office/officeart/2005/8/layout/list1"/>
    <dgm:cxn modelId="{CB5EF6FD-C1CE-4183-99A8-21A5B0DF9002}" srcId="{32CD7D1C-F11D-4CD9-A387-412DC05FDF43}" destId="{7B1780C8-73FC-436E-90D7-8E772F657A8B}" srcOrd="2" destOrd="0" parTransId="{D64F880E-57C9-4659-97D4-2802D6753D63}" sibTransId="{A508CC36-F3CA-49EB-9487-0A6EEBA9A23E}"/>
    <dgm:cxn modelId="{BF0FC85F-389F-410F-A37B-B443A8CCC55C}" type="presOf" srcId="{7B1780C8-73FC-436E-90D7-8E772F657A8B}" destId="{D3252B4D-C434-4238-A689-26AACB755CB0}" srcOrd="1" destOrd="0" presId="urn:microsoft.com/office/officeart/2005/8/layout/list1"/>
    <dgm:cxn modelId="{67191777-3334-4098-9CCB-1D859DA8A16B}" type="presOf" srcId="{32CD7D1C-F11D-4CD9-A387-412DC05FDF43}" destId="{146E3A40-AB30-4DEE-AF4B-B6806D11A431}" srcOrd="0" destOrd="0" presId="urn:microsoft.com/office/officeart/2005/8/layout/list1"/>
    <dgm:cxn modelId="{F1FFCF1D-EA61-4962-B9FF-F17FFA0A4270}" type="presOf" srcId="{487DD413-078B-4BBF-AE1B-DA5A06B223F9}" destId="{3D5C8FE9-D9B2-445B-88AE-043DE0DE5C9C}" srcOrd="1" destOrd="0" presId="urn:microsoft.com/office/officeart/2005/8/layout/list1"/>
    <dgm:cxn modelId="{503E83FE-CA4A-431F-8B61-152F3FA78BFF}" type="presOf" srcId="{AE35D5BC-26B4-404D-B01B-CBF2855C0095}" destId="{72BB8A68-065D-4EC8-8BDB-1DB4524763F2}" srcOrd="1" destOrd="0" presId="urn:microsoft.com/office/officeart/2005/8/layout/list1"/>
    <dgm:cxn modelId="{7F1EF9C9-8BF1-4F1B-8025-0383FA581183}" type="presOf" srcId="{FE234B16-31D9-4883-8255-50F6A771656D}" destId="{D0A445B6-6D07-45FB-A3A9-1FD18C6797A1}" srcOrd="1" destOrd="0" presId="urn:microsoft.com/office/officeart/2005/8/layout/list1"/>
    <dgm:cxn modelId="{B6EA3D25-4411-4448-B52F-DC32D4003858}" type="presOf" srcId="{211C2DA7-A871-4EFF-B79F-CD4DF1F7BEA9}" destId="{B21405D7-34EB-41CA-9C4C-BE81185077DA}" srcOrd="1" destOrd="0" presId="urn:microsoft.com/office/officeart/2005/8/layout/list1"/>
    <dgm:cxn modelId="{5B5B0CDC-4E06-4438-A773-E13A6FE6290E}" srcId="{32CD7D1C-F11D-4CD9-A387-412DC05FDF43}" destId="{048B95CA-2322-4471-B433-850DD746E928}" srcOrd="4" destOrd="0" parTransId="{9215EC29-C41F-4B98-90F9-779D217002DB}" sibTransId="{D1D4EE72-A452-4599-9808-A0C446BFE585}"/>
    <dgm:cxn modelId="{FAF89984-52B8-4F24-BBF1-B4B5713063F9}" srcId="{32CD7D1C-F11D-4CD9-A387-412DC05FDF43}" destId="{AE35D5BC-26B4-404D-B01B-CBF2855C0095}" srcOrd="0" destOrd="0" parTransId="{380E2EE4-D7A7-40DC-B16B-DE2ABF688921}" sibTransId="{FBEB5EA5-33ED-4E5E-96E2-E8481C523F89}"/>
    <dgm:cxn modelId="{DA7EDFA2-C5C4-47A6-A8AE-97CC7AE9CC1E}" srcId="{32CD7D1C-F11D-4CD9-A387-412DC05FDF43}" destId="{211C2DA7-A871-4EFF-B79F-CD4DF1F7BEA9}" srcOrd="5" destOrd="0" parTransId="{4CD548D3-F2EE-4C8C-8234-65B947CBF0CA}" sibTransId="{EF522CD3-E350-4CBE-983F-F3DA4AD5CF98}"/>
    <dgm:cxn modelId="{66BEF335-A73E-4A81-9541-49AB340D1864}" type="presOf" srcId="{AE35D5BC-26B4-404D-B01B-CBF2855C0095}" destId="{C0FB8849-CFE7-43A1-BF50-7296334B4265}" srcOrd="0" destOrd="0" presId="urn:microsoft.com/office/officeart/2005/8/layout/list1"/>
    <dgm:cxn modelId="{04601C48-61DC-48FD-8B78-CF1698FDA11D}" type="presOf" srcId="{211C2DA7-A871-4EFF-B79F-CD4DF1F7BEA9}" destId="{56E6887F-3F47-4CB4-BD12-6319CA4D58E9}" srcOrd="0" destOrd="0" presId="urn:microsoft.com/office/officeart/2005/8/layout/list1"/>
    <dgm:cxn modelId="{96C48C0B-7947-4FD0-AF3B-4AB742D2C078}" type="presParOf" srcId="{146E3A40-AB30-4DEE-AF4B-B6806D11A431}" destId="{BECFB1EA-C038-4F17-8648-2214352C0BE3}" srcOrd="0" destOrd="0" presId="urn:microsoft.com/office/officeart/2005/8/layout/list1"/>
    <dgm:cxn modelId="{29A620EB-1BD9-4049-A5F5-DCD1A31BA692}" type="presParOf" srcId="{BECFB1EA-C038-4F17-8648-2214352C0BE3}" destId="{C0FB8849-CFE7-43A1-BF50-7296334B4265}" srcOrd="0" destOrd="0" presId="urn:microsoft.com/office/officeart/2005/8/layout/list1"/>
    <dgm:cxn modelId="{FAD92033-593B-49BA-9340-DF8673F2E3C1}" type="presParOf" srcId="{BECFB1EA-C038-4F17-8648-2214352C0BE3}" destId="{72BB8A68-065D-4EC8-8BDB-1DB4524763F2}" srcOrd="1" destOrd="0" presId="urn:microsoft.com/office/officeart/2005/8/layout/list1"/>
    <dgm:cxn modelId="{211138F5-EDBC-4C4F-8176-726A0906B429}" type="presParOf" srcId="{146E3A40-AB30-4DEE-AF4B-B6806D11A431}" destId="{08166092-3127-428F-84F5-DB658FC1EED4}" srcOrd="1" destOrd="0" presId="urn:microsoft.com/office/officeart/2005/8/layout/list1"/>
    <dgm:cxn modelId="{75D56EC0-C4FB-4F20-9B9A-88546F3CB33E}" type="presParOf" srcId="{146E3A40-AB30-4DEE-AF4B-B6806D11A431}" destId="{4830B4F5-57ED-46E9-A18D-3A2AD0AA6C5C}" srcOrd="2" destOrd="0" presId="urn:microsoft.com/office/officeart/2005/8/layout/list1"/>
    <dgm:cxn modelId="{6F0C1C13-6F02-4244-A49D-1418F97F4E41}" type="presParOf" srcId="{146E3A40-AB30-4DEE-AF4B-B6806D11A431}" destId="{DCAC2F92-27A8-4F62-8F12-430AB4F68EA7}" srcOrd="3" destOrd="0" presId="urn:microsoft.com/office/officeart/2005/8/layout/list1"/>
    <dgm:cxn modelId="{2543D2CE-7146-427B-ACEB-AF2AF44EFBDB}" type="presParOf" srcId="{146E3A40-AB30-4DEE-AF4B-B6806D11A431}" destId="{F292C5D3-1425-467D-ACC8-5058F8EA33EA}" srcOrd="4" destOrd="0" presId="urn:microsoft.com/office/officeart/2005/8/layout/list1"/>
    <dgm:cxn modelId="{E71955B1-8D21-479A-A279-12AC15AB0ACC}" type="presParOf" srcId="{F292C5D3-1425-467D-ACC8-5058F8EA33EA}" destId="{FB32059E-43E4-44D1-B0F4-C1456FC49ED3}" srcOrd="0" destOrd="0" presId="urn:microsoft.com/office/officeart/2005/8/layout/list1"/>
    <dgm:cxn modelId="{EB6F5F18-8E35-4F14-99B9-18E51F424C8C}" type="presParOf" srcId="{F292C5D3-1425-467D-ACC8-5058F8EA33EA}" destId="{D0A445B6-6D07-45FB-A3A9-1FD18C6797A1}" srcOrd="1" destOrd="0" presId="urn:microsoft.com/office/officeart/2005/8/layout/list1"/>
    <dgm:cxn modelId="{58AC2560-218F-4F18-97C6-B27BB1529162}" type="presParOf" srcId="{146E3A40-AB30-4DEE-AF4B-B6806D11A431}" destId="{7DB5047C-A7A6-4925-92D9-234DD2A4FA1C}" srcOrd="5" destOrd="0" presId="urn:microsoft.com/office/officeart/2005/8/layout/list1"/>
    <dgm:cxn modelId="{5C495E54-4E53-4548-9B72-CC6F2995CD9C}" type="presParOf" srcId="{146E3A40-AB30-4DEE-AF4B-B6806D11A431}" destId="{25279C27-708C-4BBD-A5B9-25D61A2022F1}" srcOrd="6" destOrd="0" presId="urn:microsoft.com/office/officeart/2005/8/layout/list1"/>
    <dgm:cxn modelId="{80AEF844-F385-4BDB-9CBA-498506856C9A}" type="presParOf" srcId="{146E3A40-AB30-4DEE-AF4B-B6806D11A431}" destId="{FA203257-DDA8-46AD-8F52-417637F7773B}" srcOrd="7" destOrd="0" presId="urn:microsoft.com/office/officeart/2005/8/layout/list1"/>
    <dgm:cxn modelId="{261308AF-ACA4-4915-B598-EBA6A7B3B631}" type="presParOf" srcId="{146E3A40-AB30-4DEE-AF4B-B6806D11A431}" destId="{8B6EAEBA-7FEB-44DE-AF3E-6636223EF3E4}" srcOrd="8" destOrd="0" presId="urn:microsoft.com/office/officeart/2005/8/layout/list1"/>
    <dgm:cxn modelId="{ACB16646-F088-437D-A4A8-922AB8613667}" type="presParOf" srcId="{8B6EAEBA-7FEB-44DE-AF3E-6636223EF3E4}" destId="{FD6B7279-BED3-4223-AA55-6B72365160A3}" srcOrd="0" destOrd="0" presId="urn:microsoft.com/office/officeart/2005/8/layout/list1"/>
    <dgm:cxn modelId="{587EDCFF-20B9-49E8-BA90-C30708C57E52}" type="presParOf" srcId="{8B6EAEBA-7FEB-44DE-AF3E-6636223EF3E4}" destId="{D3252B4D-C434-4238-A689-26AACB755CB0}" srcOrd="1" destOrd="0" presId="urn:microsoft.com/office/officeart/2005/8/layout/list1"/>
    <dgm:cxn modelId="{54129B21-5F9B-406C-9D61-E17EC071731C}" type="presParOf" srcId="{146E3A40-AB30-4DEE-AF4B-B6806D11A431}" destId="{33CA3DD1-1280-4A8D-B0FE-5858F4E2B1D7}" srcOrd="9" destOrd="0" presId="urn:microsoft.com/office/officeart/2005/8/layout/list1"/>
    <dgm:cxn modelId="{F7CD8817-7430-46FD-87F4-EF493FCFA3A1}" type="presParOf" srcId="{146E3A40-AB30-4DEE-AF4B-B6806D11A431}" destId="{F5FF0741-D2E0-4FBA-84CE-82A25CE93515}" srcOrd="10" destOrd="0" presId="urn:microsoft.com/office/officeart/2005/8/layout/list1"/>
    <dgm:cxn modelId="{F3BBBB17-06A6-482E-A098-3D293CD93E57}" type="presParOf" srcId="{146E3A40-AB30-4DEE-AF4B-B6806D11A431}" destId="{5DB7FA82-B6CC-42F5-AA83-0716D6ED67E9}" srcOrd="11" destOrd="0" presId="urn:microsoft.com/office/officeart/2005/8/layout/list1"/>
    <dgm:cxn modelId="{A2606D7C-2EEA-48F6-8B52-AE6141373771}" type="presParOf" srcId="{146E3A40-AB30-4DEE-AF4B-B6806D11A431}" destId="{D8D022E0-30DE-45EE-9807-F2953CB27684}" srcOrd="12" destOrd="0" presId="urn:microsoft.com/office/officeart/2005/8/layout/list1"/>
    <dgm:cxn modelId="{ADDE24A2-C6ED-4C1E-955B-3344F430E628}" type="presParOf" srcId="{D8D022E0-30DE-45EE-9807-F2953CB27684}" destId="{29C203CE-8F87-4D29-AAEA-D083740FB04E}" srcOrd="0" destOrd="0" presId="urn:microsoft.com/office/officeart/2005/8/layout/list1"/>
    <dgm:cxn modelId="{03D6B6BC-75CC-45CA-81FF-79F9B68CF7A2}" type="presParOf" srcId="{D8D022E0-30DE-45EE-9807-F2953CB27684}" destId="{3D5C8FE9-D9B2-445B-88AE-043DE0DE5C9C}" srcOrd="1" destOrd="0" presId="urn:microsoft.com/office/officeart/2005/8/layout/list1"/>
    <dgm:cxn modelId="{931A3425-6DD2-4EE9-98E7-E79C89133A87}" type="presParOf" srcId="{146E3A40-AB30-4DEE-AF4B-B6806D11A431}" destId="{96E37892-1665-4267-8A21-692AB3848253}" srcOrd="13" destOrd="0" presId="urn:microsoft.com/office/officeart/2005/8/layout/list1"/>
    <dgm:cxn modelId="{3862CA94-AB6A-4B64-B587-E47CF420A3AD}" type="presParOf" srcId="{146E3A40-AB30-4DEE-AF4B-B6806D11A431}" destId="{69BB3869-3F15-4699-A6DB-4271AAEC2110}" srcOrd="14" destOrd="0" presId="urn:microsoft.com/office/officeart/2005/8/layout/list1"/>
    <dgm:cxn modelId="{911D630F-368A-4F32-92D1-87250B207E09}" type="presParOf" srcId="{146E3A40-AB30-4DEE-AF4B-B6806D11A431}" destId="{F38B03D4-640C-4E5F-88A7-AB8082547698}" srcOrd="15" destOrd="0" presId="urn:microsoft.com/office/officeart/2005/8/layout/list1"/>
    <dgm:cxn modelId="{37A22750-8D52-46CC-B88B-98C19E8447B4}" type="presParOf" srcId="{146E3A40-AB30-4DEE-AF4B-B6806D11A431}" destId="{BA0378E3-8250-49D6-B257-CA98191BDB25}" srcOrd="16" destOrd="0" presId="urn:microsoft.com/office/officeart/2005/8/layout/list1"/>
    <dgm:cxn modelId="{A4A4627F-7800-433D-925C-5484000206CB}" type="presParOf" srcId="{BA0378E3-8250-49D6-B257-CA98191BDB25}" destId="{B38CA5DD-DFE3-416D-9692-6C5A09940C29}" srcOrd="0" destOrd="0" presId="urn:microsoft.com/office/officeart/2005/8/layout/list1"/>
    <dgm:cxn modelId="{26221A71-1379-4737-9911-3DA42A1621DA}" type="presParOf" srcId="{BA0378E3-8250-49D6-B257-CA98191BDB25}" destId="{A4185F4D-B66F-4BEB-B6E5-4A7EDE133AE4}" srcOrd="1" destOrd="0" presId="urn:microsoft.com/office/officeart/2005/8/layout/list1"/>
    <dgm:cxn modelId="{213D7C44-B79C-438D-9ECE-D7C531039B74}" type="presParOf" srcId="{146E3A40-AB30-4DEE-AF4B-B6806D11A431}" destId="{DD3B6C00-9D53-4D89-A587-F5BE078AB53A}" srcOrd="17" destOrd="0" presId="urn:microsoft.com/office/officeart/2005/8/layout/list1"/>
    <dgm:cxn modelId="{F8888509-9037-4E85-A11E-7DCC538617D7}" type="presParOf" srcId="{146E3A40-AB30-4DEE-AF4B-B6806D11A431}" destId="{5AD48C48-CE0D-4C66-A758-429FCF7260C7}" srcOrd="18" destOrd="0" presId="urn:microsoft.com/office/officeart/2005/8/layout/list1"/>
    <dgm:cxn modelId="{F3532BE5-5341-4DB6-AE28-E94F99104CD2}" type="presParOf" srcId="{146E3A40-AB30-4DEE-AF4B-B6806D11A431}" destId="{D69BE8BA-5BA8-4EA3-92C6-425884E347A8}" srcOrd="19" destOrd="0" presId="urn:microsoft.com/office/officeart/2005/8/layout/list1"/>
    <dgm:cxn modelId="{E432DBB6-461C-4204-B5C1-B916819E8DFB}" type="presParOf" srcId="{146E3A40-AB30-4DEE-AF4B-B6806D11A431}" destId="{73BA25DE-4BC0-4CAF-A9A0-EEFA1CA196FF}" srcOrd="20" destOrd="0" presId="urn:microsoft.com/office/officeart/2005/8/layout/list1"/>
    <dgm:cxn modelId="{9F3AE30A-FE71-4B14-9BB9-F8EB7DBBF8DA}" type="presParOf" srcId="{73BA25DE-4BC0-4CAF-A9A0-EEFA1CA196FF}" destId="{56E6887F-3F47-4CB4-BD12-6319CA4D58E9}" srcOrd="0" destOrd="0" presId="urn:microsoft.com/office/officeart/2005/8/layout/list1"/>
    <dgm:cxn modelId="{BF1F6DF8-E4C2-43C3-9732-0FC5018D31D2}" type="presParOf" srcId="{73BA25DE-4BC0-4CAF-A9A0-EEFA1CA196FF}" destId="{B21405D7-34EB-41CA-9C4C-BE81185077DA}" srcOrd="1" destOrd="0" presId="urn:microsoft.com/office/officeart/2005/8/layout/list1"/>
    <dgm:cxn modelId="{7C3FB62A-DB89-46BB-9EB1-15FFE922FFC0}" type="presParOf" srcId="{146E3A40-AB30-4DEE-AF4B-B6806D11A431}" destId="{3E9A93A8-881C-45AF-AD00-AA0808C625AA}" srcOrd="21" destOrd="0" presId="urn:microsoft.com/office/officeart/2005/8/layout/list1"/>
    <dgm:cxn modelId="{B7606532-4E3D-4B76-A3B7-DE6CBFECDADC}" type="presParOf" srcId="{146E3A40-AB30-4DEE-AF4B-B6806D11A431}" destId="{5A286EB7-0557-4AAA-9EDE-F3262D5660DD}" srcOrd="22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ACAD5843-339C-44B4-B5EA-ABE90386C9EE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BDD1B923-4CF3-4EFE-A1F6-A3CF4589FFAB}">
      <dgm:prSet phldrT="[Текст]" phldr="0" custT="1"/>
      <dgm:spPr/>
      <dgm:t>
        <a:bodyPr/>
        <a:lstStyle/>
        <a:p>
          <a:r>
            <a:rPr lang="ru-RU" sz="2000" dirty="0"/>
            <a:t>Временные ряды: </a:t>
          </a:r>
        </a:p>
        <a:p>
          <a:r>
            <a:rPr lang="ru-RU" sz="2000" dirty="0"/>
            <a:t>1. Если бизнес-процессы имеют сезонность/цикличность, то должны иметься данные хотя бы за один полный сезон/цикл</a:t>
          </a:r>
        </a:p>
        <a:p>
          <a:r>
            <a:rPr lang="ru-RU" sz="2000" dirty="0"/>
            <a:t>2. Прогнозирование зависит от объёма данных </a:t>
          </a:r>
        </a:p>
      </dgm:t>
    </dgm:pt>
    <dgm:pt modelId="{F8F49BF1-A6CB-42CF-81A0-106479F474B1}" type="parTrans" cxnId="{649CF472-780F-4D95-995E-D0A537E65D26}">
      <dgm:prSet/>
      <dgm:spPr/>
      <dgm:t>
        <a:bodyPr/>
        <a:lstStyle/>
        <a:p>
          <a:endParaRPr lang="ru-RU"/>
        </a:p>
      </dgm:t>
    </dgm:pt>
    <dgm:pt modelId="{B2590AD0-2D9B-49D6-BD0C-45A65EF79244}" type="sibTrans" cxnId="{649CF472-780F-4D95-995E-D0A537E65D26}">
      <dgm:prSet/>
      <dgm:spPr/>
      <dgm:t>
        <a:bodyPr/>
        <a:lstStyle/>
        <a:p>
          <a:endParaRPr lang="ru-RU"/>
        </a:p>
      </dgm:t>
    </dgm:pt>
    <dgm:pt modelId="{C3E9E0E2-3035-4157-B86E-8C7A0C610E84}">
      <dgm:prSet phldrT="[Текст]" custT="1"/>
      <dgm:spPr/>
      <dgm:t>
        <a:bodyPr/>
        <a:lstStyle/>
        <a:p>
          <a:r>
            <a:rPr lang="ru-RU" sz="2000" dirty="0"/>
            <a:t>Неупорядоченные данные: </a:t>
          </a:r>
        </a:p>
        <a:p>
          <a:r>
            <a:rPr lang="ru-RU" sz="2000" dirty="0"/>
            <a:t>1. Количество примеров должно быть минимум на один порядок больше количества факторов.</a:t>
          </a:r>
        </a:p>
        <a:p>
          <a:r>
            <a:rPr lang="ru-RU" sz="2000" dirty="0"/>
            <a:t>2. Данные покрывали больше ситуаций реального времени.</a:t>
          </a:r>
        </a:p>
      </dgm:t>
    </dgm:pt>
    <dgm:pt modelId="{9406167C-E566-47D2-9F97-1A38CC62014B}" type="parTrans" cxnId="{AA3EA046-58F5-4082-81DE-BBE6F3AB5F12}">
      <dgm:prSet/>
      <dgm:spPr/>
      <dgm:t>
        <a:bodyPr/>
        <a:lstStyle/>
        <a:p>
          <a:endParaRPr lang="ru-RU"/>
        </a:p>
      </dgm:t>
    </dgm:pt>
    <dgm:pt modelId="{CE142869-6A38-4E85-8641-B4148EB555B6}" type="sibTrans" cxnId="{AA3EA046-58F5-4082-81DE-BBE6F3AB5F12}">
      <dgm:prSet/>
      <dgm:spPr/>
      <dgm:t>
        <a:bodyPr/>
        <a:lstStyle/>
        <a:p>
          <a:endParaRPr lang="ru-RU"/>
        </a:p>
      </dgm:t>
    </dgm:pt>
    <dgm:pt modelId="{21D52A92-1E44-4559-9B8F-9DCB90603124}">
      <dgm:prSet phldrT="[Текст]" phldr="0" custT="1"/>
      <dgm:spPr/>
      <dgm:t>
        <a:bodyPr/>
        <a:lstStyle/>
        <a:p>
          <a:r>
            <a:rPr lang="ru-RU" sz="2000" dirty="0"/>
            <a:t>Транзакционные данные:</a:t>
          </a:r>
        </a:p>
        <a:p>
          <a:r>
            <a:rPr lang="ru-RU" sz="2000" dirty="0"/>
            <a:t>1. 300-500 объектов – от 10 тыс. транзакций</a:t>
          </a:r>
        </a:p>
        <a:p>
          <a:r>
            <a:rPr lang="ru-RU" sz="2000" dirty="0"/>
            <a:t>2. 500-1000 объектов – более 300 тыс. транзакций</a:t>
          </a:r>
        </a:p>
      </dgm:t>
    </dgm:pt>
    <dgm:pt modelId="{D93AFC1B-72AC-4E05-B8E4-A2D1104FF62A}" type="parTrans" cxnId="{E6B51C11-91B8-4190-913B-2F99BC948140}">
      <dgm:prSet/>
      <dgm:spPr/>
      <dgm:t>
        <a:bodyPr/>
        <a:lstStyle/>
        <a:p>
          <a:endParaRPr lang="ru-RU"/>
        </a:p>
      </dgm:t>
    </dgm:pt>
    <dgm:pt modelId="{A3845D3B-D621-49EA-99DB-734EE5B6A340}" type="sibTrans" cxnId="{E6B51C11-91B8-4190-913B-2F99BC948140}">
      <dgm:prSet/>
      <dgm:spPr/>
      <dgm:t>
        <a:bodyPr/>
        <a:lstStyle/>
        <a:p>
          <a:endParaRPr lang="ru-RU"/>
        </a:p>
      </dgm:t>
    </dgm:pt>
    <dgm:pt modelId="{ABB0BBA9-F818-4900-8CD5-9858CCF63848}" type="pres">
      <dgm:prSet presAssocID="{ACAD5843-339C-44B4-B5EA-ABE90386C9EE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811580C-4444-4C48-9BC9-7542E326CE04}" type="pres">
      <dgm:prSet presAssocID="{BDD1B923-4CF3-4EFE-A1F6-A3CF4589FFAB}" presName="parentLin" presStyleCnt="0"/>
      <dgm:spPr/>
    </dgm:pt>
    <dgm:pt modelId="{640DE01D-78E9-4A37-94DF-46BC69C2C69E}" type="pres">
      <dgm:prSet presAssocID="{BDD1B923-4CF3-4EFE-A1F6-A3CF4589FFAB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6B9BEFD9-7F22-4D99-83D2-D14878EAA2D9}" type="pres">
      <dgm:prSet presAssocID="{BDD1B923-4CF3-4EFE-A1F6-A3CF4589FFAB}" presName="parentText" presStyleLbl="node1" presStyleIdx="0" presStyleCnt="3" custScaleX="100905" custScaleY="32311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9BF9BF9-A922-4E06-9DA5-3E68E8D283A7}" type="pres">
      <dgm:prSet presAssocID="{BDD1B923-4CF3-4EFE-A1F6-A3CF4589FFAB}" presName="negativeSpace" presStyleCnt="0"/>
      <dgm:spPr/>
    </dgm:pt>
    <dgm:pt modelId="{C0E1FD8C-F3DC-4679-969A-526BDE01802B}" type="pres">
      <dgm:prSet presAssocID="{BDD1B923-4CF3-4EFE-A1F6-A3CF4589FFAB}" presName="childText" presStyleLbl="conFgAcc1" presStyleIdx="0" presStyleCnt="3">
        <dgm:presLayoutVars>
          <dgm:bulletEnabled val="1"/>
        </dgm:presLayoutVars>
      </dgm:prSet>
      <dgm:spPr/>
    </dgm:pt>
    <dgm:pt modelId="{D9107CDF-B391-4F1C-9B8E-7359191B1054}" type="pres">
      <dgm:prSet presAssocID="{B2590AD0-2D9B-49D6-BD0C-45A65EF79244}" presName="spaceBetweenRectangles" presStyleCnt="0"/>
      <dgm:spPr/>
    </dgm:pt>
    <dgm:pt modelId="{3536C916-7E3E-4B34-8EBB-CB5D8A5AF051}" type="pres">
      <dgm:prSet presAssocID="{C3E9E0E2-3035-4157-B86E-8C7A0C610E84}" presName="parentLin" presStyleCnt="0"/>
      <dgm:spPr/>
    </dgm:pt>
    <dgm:pt modelId="{0F3873CB-5DC7-4DD2-AB44-BFA3D77E9D8F}" type="pres">
      <dgm:prSet presAssocID="{C3E9E0E2-3035-4157-B86E-8C7A0C610E84}" presName="parentLeftMargin" presStyleLbl="node1" presStyleIdx="0" presStyleCnt="3"/>
      <dgm:spPr/>
      <dgm:t>
        <a:bodyPr/>
        <a:lstStyle/>
        <a:p>
          <a:endParaRPr lang="ru-RU"/>
        </a:p>
      </dgm:t>
    </dgm:pt>
    <dgm:pt modelId="{E30D90E2-1A59-4F56-A184-5EF0526C0AB0}" type="pres">
      <dgm:prSet presAssocID="{C3E9E0E2-3035-4157-B86E-8C7A0C610E84}" presName="parentText" presStyleLbl="node1" presStyleIdx="1" presStyleCnt="3" custScaleX="104738" custScaleY="275121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B7CA616D-CE92-458B-A62A-4BC48D941C73}" type="pres">
      <dgm:prSet presAssocID="{C3E9E0E2-3035-4157-B86E-8C7A0C610E84}" presName="negativeSpace" presStyleCnt="0"/>
      <dgm:spPr/>
    </dgm:pt>
    <dgm:pt modelId="{FD0F4C00-13A7-4D51-92FA-836D7AE805AD}" type="pres">
      <dgm:prSet presAssocID="{C3E9E0E2-3035-4157-B86E-8C7A0C610E84}" presName="childText" presStyleLbl="conFgAcc1" presStyleIdx="1" presStyleCnt="3">
        <dgm:presLayoutVars>
          <dgm:bulletEnabled val="1"/>
        </dgm:presLayoutVars>
      </dgm:prSet>
      <dgm:spPr/>
    </dgm:pt>
    <dgm:pt modelId="{D90C5BFB-A65C-4CB6-B1BE-7272772EEABD}" type="pres">
      <dgm:prSet presAssocID="{CE142869-6A38-4E85-8641-B4148EB555B6}" presName="spaceBetweenRectangles" presStyleCnt="0"/>
      <dgm:spPr/>
    </dgm:pt>
    <dgm:pt modelId="{49EAAE6C-0A89-4B57-878E-549975D97277}" type="pres">
      <dgm:prSet presAssocID="{21D52A92-1E44-4559-9B8F-9DCB90603124}" presName="parentLin" presStyleCnt="0"/>
      <dgm:spPr/>
    </dgm:pt>
    <dgm:pt modelId="{1D7B2070-336E-46A4-8C04-C05877FAD93C}" type="pres">
      <dgm:prSet presAssocID="{21D52A92-1E44-4559-9B8F-9DCB90603124}" presName="parentLeftMargin" presStyleLbl="node1" presStyleIdx="1" presStyleCnt="3"/>
      <dgm:spPr/>
      <dgm:t>
        <a:bodyPr/>
        <a:lstStyle/>
        <a:p>
          <a:endParaRPr lang="ru-RU"/>
        </a:p>
      </dgm:t>
    </dgm:pt>
    <dgm:pt modelId="{412E1DC8-B6E1-4DBE-A638-B75D48D65D07}" type="pres">
      <dgm:prSet presAssocID="{21D52A92-1E44-4559-9B8F-9DCB90603124}" presName="parentText" presStyleLbl="node1" presStyleIdx="2" presStyleCnt="3" custScaleX="103819" custScaleY="225182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22A8864-816B-4974-B3B5-52F63D9400DE}" type="pres">
      <dgm:prSet presAssocID="{21D52A92-1E44-4559-9B8F-9DCB90603124}" presName="negativeSpace" presStyleCnt="0"/>
      <dgm:spPr/>
    </dgm:pt>
    <dgm:pt modelId="{EC7F823B-6EB8-4204-BE4F-53E693C275D4}" type="pres">
      <dgm:prSet presAssocID="{21D52A92-1E44-4559-9B8F-9DCB90603124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E69BCF36-4AB4-40E4-B9EA-919255615435}" type="presOf" srcId="{BDD1B923-4CF3-4EFE-A1F6-A3CF4589FFAB}" destId="{6B9BEFD9-7F22-4D99-83D2-D14878EAA2D9}" srcOrd="1" destOrd="0" presId="urn:microsoft.com/office/officeart/2005/8/layout/list1"/>
    <dgm:cxn modelId="{89835C9F-34F0-4797-AC85-13177021ED1A}" type="presOf" srcId="{C3E9E0E2-3035-4157-B86E-8C7A0C610E84}" destId="{0F3873CB-5DC7-4DD2-AB44-BFA3D77E9D8F}" srcOrd="0" destOrd="0" presId="urn:microsoft.com/office/officeart/2005/8/layout/list1"/>
    <dgm:cxn modelId="{830F8055-04DD-40BB-BA9A-6729E02A4A9D}" type="presOf" srcId="{21D52A92-1E44-4559-9B8F-9DCB90603124}" destId="{412E1DC8-B6E1-4DBE-A638-B75D48D65D07}" srcOrd="1" destOrd="0" presId="urn:microsoft.com/office/officeart/2005/8/layout/list1"/>
    <dgm:cxn modelId="{27429449-D742-444A-8C9E-0E9EDADD9FD7}" type="presOf" srcId="{ACAD5843-339C-44B4-B5EA-ABE90386C9EE}" destId="{ABB0BBA9-F818-4900-8CD5-9858CCF63848}" srcOrd="0" destOrd="0" presId="urn:microsoft.com/office/officeart/2005/8/layout/list1"/>
    <dgm:cxn modelId="{C1025E96-C8C8-456D-8D34-4B8C1A666632}" type="presOf" srcId="{21D52A92-1E44-4559-9B8F-9DCB90603124}" destId="{1D7B2070-336E-46A4-8C04-C05877FAD93C}" srcOrd="0" destOrd="0" presId="urn:microsoft.com/office/officeart/2005/8/layout/list1"/>
    <dgm:cxn modelId="{E6B51C11-91B8-4190-913B-2F99BC948140}" srcId="{ACAD5843-339C-44B4-B5EA-ABE90386C9EE}" destId="{21D52A92-1E44-4559-9B8F-9DCB90603124}" srcOrd="2" destOrd="0" parTransId="{D93AFC1B-72AC-4E05-B8E4-A2D1104FF62A}" sibTransId="{A3845D3B-D621-49EA-99DB-734EE5B6A340}"/>
    <dgm:cxn modelId="{649CF472-780F-4D95-995E-D0A537E65D26}" srcId="{ACAD5843-339C-44B4-B5EA-ABE90386C9EE}" destId="{BDD1B923-4CF3-4EFE-A1F6-A3CF4589FFAB}" srcOrd="0" destOrd="0" parTransId="{F8F49BF1-A6CB-42CF-81A0-106479F474B1}" sibTransId="{B2590AD0-2D9B-49D6-BD0C-45A65EF79244}"/>
    <dgm:cxn modelId="{9C6708E8-837E-4CC2-A081-E2B68370772B}" type="presOf" srcId="{C3E9E0E2-3035-4157-B86E-8C7A0C610E84}" destId="{E30D90E2-1A59-4F56-A184-5EF0526C0AB0}" srcOrd="1" destOrd="0" presId="urn:microsoft.com/office/officeart/2005/8/layout/list1"/>
    <dgm:cxn modelId="{AA3EA046-58F5-4082-81DE-BBE6F3AB5F12}" srcId="{ACAD5843-339C-44B4-B5EA-ABE90386C9EE}" destId="{C3E9E0E2-3035-4157-B86E-8C7A0C610E84}" srcOrd="1" destOrd="0" parTransId="{9406167C-E566-47D2-9F97-1A38CC62014B}" sibTransId="{CE142869-6A38-4E85-8641-B4148EB555B6}"/>
    <dgm:cxn modelId="{80BDCA1C-AED7-4B08-A1E6-A74E8926FC64}" type="presOf" srcId="{BDD1B923-4CF3-4EFE-A1F6-A3CF4589FFAB}" destId="{640DE01D-78E9-4A37-94DF-46BC69C2C69E}" srcOrd="0" destOrd="0" presId="urn:microsoft.com/office/officeart/2005/8/layout/list1"/>
    <dgm:cxn modelId="{8312FF6E-FBFD-4BA8-BAC3-360F6DC52827}" type="presParOf" srcId="{ABB0BBA9-F818-4900-8CD5-9858CCF63848}" destId="{B811580C-4444-4C48-9BC9-7542E326CE04}" srcOrd="0" destOrd="0" presId="urn:microsoft.com/office/officeart/2005/8/layout/list1"/>
    <dgm:cxn modelId="{DFC9DB28-FD71-461A-948F-814F6322584A}" type="presParOf" srcId="{B811580C-4444-4C48-9BC9-7542E326CE04}" destId="{640DE01D-78E9-4A37-94DF-46BC69C2C69E}" srcOrd="0" destOrd="0" presId="urn:microsoft.com/office/officeart/2005/8/layout/list1"/>
    <dgm:cxn modelId="{55262FB3-F004-4DDD-A201-3F50011C0B80}" type="presParOf" srcId="{B811580C-4444-4C48-9BC9-7542E326CE04}" destId="{6B9BEFD9-7F22-4D99-83D2-D14878EAA2D9}" srcOrd="1" destOrd="0" presId="urn:microsoft.com/office/officeart/2005/8/layout/list1"/>
    <dgm:cxn modelId="{F40887D6-8408-4FAA-B430-E085253F0696}" type="presParOf" srcId="{ABB0BBA9-F818-4900-8CD5-9858CCF63848}" destId="{29BF9BF9-A922-4E06-9DA5-3E68E8D283A7}" srcOrd="1" destOrd="0" presId="urn:microsoft.com/office/officeart/2005/8/layout/list1"/>
    <dgm:cxn modelId="{68BB7A04-C2FE-4B8F-BBEE-A60F6CC88C1B}" type="presParOf" srcId="{ABB0BBA9-F818-4900-8CD5-9858CCF63848}" destId="{C0E1FD8C-F3DC-4679-969A-526BDE01802B}" srcOrd="2" destOrd="0" presId="urn:microsoft.com/office/officeart/2005/8/layout/list1"/>
    <dgm:cxn modelId="{6B58B582-F0D8-4070-8873-2FE7EC8F3450}" type="presParOf" srcId="{ABB0BBA9-F818-4900-8CD5-9858CCF63848}" destId="{D9107CDF-B391-4F1C-9B8E-7359191B1054}" srcOrd="3" destOrd="0" presId="urn:microsoft.com/office/officeart/2005/8/layout/list1"/>
    <dgm:cxn modelId="{0D98CBD4-B0A6-4070-9C02-B054D356F42A}" type="presParOf" srcId="{ABB0BBA9-F818-4900-8CD5-9858CCF63848}" destId="{3536C916-7E3E-4B34-8EBB-CB5D8A5AF051}" srcOrd="4" destOrd="0" presId="urn:microsoft.com/office/officeart/2005/8/layout/list1"/>
    <dgm:cxn modelId="{7B94C6F3-9030-4704-8BC3-90ADB7A9E900}" type="presParOf" srcId="{3536C916-7E3E-4B34-8EBB-CB5D8A5AF051}" destId="{0F3873CB-5DC7-4DD2-AB44-BFA3D77E9D8F}" srcOrd="0" destOrd="0" presId="urn:microsoft.com/office/officeart/2005/8/layout/list1"/>
    <dgm:cxn modelId="{7BEBA26B-5076-450C-AB23-C2CADDB684C2}" type="presParOf" srcId="{3536C916-7E3E-4B34-8EBB-CB5D8A5AF051}" destId="{E30D90E2-1A59-4F56-A184-5EF0526C0AB0}" srcOrd="1" destOrd="0" presId="urn:microsoft.com/office/officeart/2005/8/layout/list1"/>
    <dgm:cxn modelId="{D241FFAE-7C10-4F6B-85CC-F9FE66A2B02B}" type="presParOf" srcId="{ABB0BBA9-F818-4900-8CD5-9858CCF63848}" destId="{B7CA616D-CE92-458B-A62A-4BC48D941C73}" srcOrd="5" destOrd="0" presId="urn:microsoft.com/office/officeart/2005/8/layout/list1"/>
    <dgm:cxn modelId="{3073BEEB-1C8D-4DDF-B474-87737BDD2874}" type="presParOf" srcId="{ABB0BBA9-F818-4900-8CD5-9858CCF63848}" destId="{FD0F4C00-13A7-4D51-92FA-836D7AE805AD}" srcOrd="6" destOrd="0" presId="urn:microsoft.com/office/officeart/2005/8/layout/list1"/>
    <dgm:cxn modelId="{C425CF6C-D1AC-4D26-83FD-C96A481CE47D}" type="presParOf" srcId="{ABB0BBA9-F818-4900-8CD5-9858CCF63848}" destId="{D90C5BFB-A65C-4CB6-B1BE-7272772EEABD}" srcOrd="7" destOrd="0" presId="urn:microsoft.com/office/officeart/2005/8/layout/list1"/>
    <dgm:cxn modelId="{82452F5A-BDF7-4254-ADDA-CC66A330EAD2}" type="presParOf" srcId="{ABB0BBA9-F818-4900-8CD5-9858CCF63848}" destId="{49EAAE6C-0A89-4B57-878E-549975D97277}" srcOrd="8" destOrd="0" presId="urn:microsoft.com/office/officeart/2005/8/layout/list1"/>
    <dgm:cxn modelId="{7BE7FAEB-F375-4363-BC66-1CA279B3B685}" type="presParOf" srcId="{49EAAE6C-0A89-4B57-878E-549975D97277}" destId="{1D7B2070-336E-46A4-8C04-C05877FAD93C}" srcOrd="0" destOrd="0" presId="urn:microsoft.com/office/officeart/2005/8/layout/list1"/>
    <dgm:cxn modelId="{BDA96205-5E4F-454D-A8BC-267BFFDA2649}" type="presParOf" srcId="{49EAAE6C-0A89-4B57-878E-549975D97277}" destId="{412E1DC8-B6E1-4DBE-A638-B75D48D65D07}" srcOrd="1" destOrd="0" presId="urn:microsoft.com/office/officeart/2005/8/layout/list1"/>
    <dgm:cxn modelId="{57B38AF7-1541-4BFD-B2D5-64EA58043976}" type="presParOf" srcId="{ABB0BBA9-F818-4900-8CD5-9858CCF63848}" destId="{022A8864-816B-4974-B3B5-52F63D9400DE}" srcOrd="9" destOrd="0" presId="urn:microsoft.com/office/officeart/2005/8/layout/list1"/>
    <dgm:cxn modelId="{948ECE07-51E4-48AE-A775-443639D2E9DC}" type="presParOf" srcId="{ABB0BBA9-F818-4900-8CD5-9858CCF63848}" destId="{EC7F823B-6EB8-4204-BE4F-53E693C275D4}" srcOrd="10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32CD7D1C-F11D-4CD9-A387-412DC05FDF43}" type="doc">
      <dgm:prSet loTypeId="urn:microsoft.com/office/officeart/2005/8/layout/list1" loCatId="list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AE35D5BC-26B4-404D-B01B-CBF2855C0095}">
      <dgm:prSet phldrT="[Текст]" phldr="0" custT="1"/>
      <dgm:spPr/>
      <dgm:t>
        <a:bodyPr/>
        <a:lstStyle/>
        <a:p>
          <a:r>
            <a:rPr lang="ru-RU" sz="1800" dirty="0"/>
            <a:t>Значительные объёмы данных</a:t>
          </a:r>
        </a:p>
      </dgm:t>
    </dgm:pt>
    <dgm:pt modelId="{380E2EE4-D7A7-40DC-B16B-DE2ABF688921}" type="parTrans" cxnId="{FAF89984-52B8-4F24-BBF1-B4B5713063F9}">
      <dgm:prSet/>
      <dgm:spPr/>
      <dgm:t>
        <a:bodyPr/>
        <a:lstStyle/>
        <a:p>
          <a:endParaRPr lang="ru-RU"/>
        </a:p>
      </dgm:t>
    </dgm:pt>
    <dgm:pt modelId="{FBEB5EA5-33ED-4E5E-96E2-E8481C523F89}" type="sibTrans" cxnId="{FAF89984-52B8-4F24-BBF1-B4B5713063F9}">
      <dgm:prSet/>
      <dgm:spPr/>
      <dgm:t>
        <a:bodyPr/>
        <a:lstStyle/>
        <a:p>
          <a:endParaRPr lang="ru-RU"/>
        </a:p>
      </dgm:t>
    </dgm:pt>
    <dgm:pt modelId="{FE234B16-31D9-4883-8255-50F6A771656D}">
      <dgm:prSet phldrT="[Текст]" phldr="0" custT="1"/>
      <dgm:spPr/>
      <dgm:t>
        <a:bodyPr/>
        <a:lstStyle/>
        <a:p>
          <a:r>
            <a:rPr lang="ru-RU" sz="1800" dirty="0"/>
            <a:t>Требования принятий решения в режиме реального времени</a:t>
          </a:r>
        </a:p>
      </dgm:t>
    </dgm:pt>
    <dgm:pt modelId="{0D13C634-294B-40D3-90D9-D040F96F8542}" type="parTrans" cxnId="{6A517384-3ADE-4FA0-9AD7-F2A4CAD1F95D}">
      <dgm:prSet/>
      <dgm:spPr/>
      <dgm:t>
        <a:bodyPr/>
        <a:lstStyle/>
        <a:p>
          <a:endParaRPr lang="ru-RU"/>
        </a:p>
      </dgm:t>
    </dgm:pt>
    <dgm:pt modelId="{DC1ECC1E-8BB9-492A-9885-79BDD339E83B}" type="sibTrans" cxnId="{6A517384-3ADE-4FA0-9AD7-F2A4CAD1F95D}">
      <dgm:prSet/>
      <dgm:spPr/>
      <dgm:t>
        <a:bodyPr/>
        <a:lstStyle/>
        <a:p>
          <a:endParaRPr lang="ru-RU"/>
        </a:p>
      </dgm:t>
    </dgm:pt>
    <dgm:pt modelId="{7B1780C8-73FC-436E-90D7-8E772F657A8B}">
      <dgm:prSet phldrT="[Текст]" phldr="0" custT="1"/>
      <dgm:spPr/>
      <dgm:t>
        <a:bodyPr/>
        <a:lstStyle/>
        <a:p>
          <a:r>
            <a:rPr lang="ru-RU" sz="1800" dirty="0"/>
            <a:t>Разнородный характер данных</a:t>
          </a:r>
        </a:p>
      </dgm:t>
    </dgm:pt>
    <dgm:pt modelId="{D64F880E-57C9-4659-97D4-2802D6753D63}" type="parTrans" cxnId="{CB5EF6FD-C1CE-4183-99A8-21A5B0DF9002}">
      <dgm:prSet/>
      <dgm:spPr/>
      <dgm:t>
        <a:bodyPr/>
        <a:lstStyle/>
        <a:p>
          <a:endParaRPr lang="ru-RU"/>
        </a:p>
      </dgm:t>
    </dgm:pt>
    <dgm:pt modelId="{A508CC36-F3CA-49EB-9487-0A6EEBA9A23E}" type="sibTrans" cxnId="{CB5EF6FD-C1CE-4183-99A8-21A5B0DF9002}">
      <dgm:prSet/>
      <dgm:spPr/>
      <dgm:t>
        <a:bodyPr/>
        <a:lstStyle/>
        <a:p>
          <a:endParaRPr lang="ru-RU"/>
        </a:p>
      </dgm:t>
    </dgm:pt>
    <dgm:pt modelId="{487DD413-078B-4BBF-AE1B-DA5A06B223F9}">
      <dgm:prSet custT="1"/>
      <dgm:spPr/>
      <dgm:t>
        <a:bodyPr/>
        <a:lstStyle/>
        <a:p>
          <a:r>
            <a:rPr lang="ru-RU" sz="1800" dirty="0"/>
            <a:t>Потребность в создании средств автоматического выделения и анализа зависимостей</a:t>
          </a:r>
        </a:p>
      </dgm:t>
    </dgm:pt>
    <dgm:pt modelId="{2DF0B9BE-E0AD-425D-B28E-9F2DED76D11D}" type="parTrans" cxnId="{42FA37D3-67B7-4BBA-9F87-3F2D94A26143}">
      <dgm:prSet/>
      <dgm:spPr/>
      <dgm:t>
        <a:bodyPr/>
        <a:lstStyle/>
        <a:p>
          <a:endParaRPr lang="ru-RU"/>
        </a:p>
      </dgm:t>
    </dgm:pt>
    <dgm:pt modelId="{3F353C5F-A8DB-4CEE-86B6-6C2083B8C141}" type="sibTrans" cxnId="{42FA37D3-67B7-4BBA-9F87-3F2D94A26143}">
      <dgm:prSet/>
      <dgm:spPr/>
      <dgm:t>
        <a:bodyPr/>
        <a:lstStyle/>
        <a:p>
          <a:endParaRPr lang="ru-RU"/>
        </a:p>
      </dgm:t>
    </dgm:pt>
    <dgm:pt modelId="{048B95CA-2322-4471-B433-850DD746E928}">
      <dgm:prSet custT="1"/>
      <dgm:spPr/>
      <dgm:t>
        <a:bodyPr/>
        <a:lstStyle/>
        <a:p>
          <a:r>
            <a:rPr lang="ru-RU" sz="1800" dirty="0"/>
            <a:t>Сложный характер объекта управления</a:t>
          </a:r>
        </a:p>
      </dgm:t>
    </dgm:pt>
    <dgm:pt modelId="{9215EC29-C41F-4B98-90F9-779D217002DB}" type="parTrans" cxnId="{5B5B0CDC-4E06-4438-A773-E13A6FE6290E}">
      <dgm:prSet/>
      <dgm:spPr/>
      <dgm:t>
        <a:bodyPr/>
        <a:lstStyle/>
        <a:p>
          <a:endParaRPr lang="ru-RU"/>
        </a:p>
      </dgm:t>
    </dgm:pt>
    <dgm:pt modelId="{D1D4EE72-A452-4599-9808-A0C446BFE585}" type="sibTrans" cxnId="{5B5B0CDC-4E06-4438-A773-E13A6FE6290E}">
      <dgm:prSet/>
      <dgm:spPr/>
      <dgm:t>
        <a:bodyPr/>
        <a:lstStyle/>
        <a:p>
          <a:endParaRPr lang="ru-RU"/>
        </a:p>
      </dgm:t>
    </dgm:pt>
    <dgm:pt modelId="{146E3A40-AB30-4DEE-AF4B-B6806D11A431}" type="pres">
      <dgm:prSet presAssocID="{32CD7D1C-F11D-4CD9-A387-412DC05FDF43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BECFB1EA-C038-4F17-8648-2214352C0BE3}" type="pres">
      <dgm:prSet presAssocID="{AE35D5BC-26B4-404D-B01B-CBF2855C0095}" presName="parentLin" presStyleCnt="0"/>
      <dgm:spPr/>
    </dgm:pt>
    <dgm:pt modelId="{C0FB8849-CFE7-43A1-BF50-7296334B4265}" type="pres">
      <dgm:prSet presAssocID="{AE35D5BC-26B4-404D-B01B-CBF2855C0095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72BB8A68-065D-4EC8-8BDB-1DB4524763F2}" type="pres">
      <dgm:prSet presAssocID="{AE35D5BC-26B4-404D-B01B-CBF2855C0095}" presName="parentText" presStyleLbl="node1" presStyleIdx="0" presStyleCnt="5" custScaleX="81696" custScaleY="9907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08166092-3127-428F-84F5-DB658FC1EED4}" type="pres">
      <dgm:prSet presAssocID="{AE35D5BC-26B4-404D-B01B-CBF2855C0095}" presName="negativeSpace" presStyleCnt="0"/>
      <dgm:spPr/>
    </dgm:pt>
    <dgm:pt modelId="{4830B4F5-57ED-46E9-A18D-3A2AD0AA6C5C}" type="pres">
      <dgm:prSet presAssocID="{AE35D5BC-26B4-404D-B01B-CBF2855C0095}" presName="childText" presStyleLbl="conFgAcc1" presStyleIdx="0" presStyleCnt="5">
        <dgm:presLayoutVars>
          <dgm:bulletEnabled val="1"/>
        </dgm:presLayoutVars>
      </dgm:prSet>
      <dgm:spPr/>
    </dgm:pt>
    <dgm:pt modelId="{DCAC2F92-27A8-4F62-8F12-430AB4F68EA7}" type="pres">
      <dgm:prSet presAssocID="{FBEB5EA5-33ED-4E5E-96E2-E8481C523F89}" presName="spaceBetweenRectangles" presStyleCnt="0"/>
      <dgm:spPr/>
    </dgm:pt>
    <dgm:pt modelId="{F292C5D3-1425-467D-ACC8-5058F8EA33EA}" type="pres">
      <dgm:prSet presAssocID="{FE234B16-31D9-4883-8255-50F6A771656D}" presName="parentLin" presStyleCnt="0"/>
      <dgm:spPr/>
    </dgm:pt>
    <dgm:pt modelId="{FB32059E-43E4-44D1-B0F4-C1456FC49ED3}" type="pres">
      <dgm:prSet presAssocID="{FE234B16-31D9-4883-8255-50F6A771656D}" presName="parentLeftMargin" presStyleLbl="node1" presStyleIdx="0" presStyleCnt="5"/>
      <dgm:spPr/>
      <dgm:t>
        <a:bodyPr/>
        <a:lstStyle/>
        <a:p>
          <a:endParaRPr lang="ru-RU"/>
        </a:p>
      </dgm:t>
    </dgm:pt>
    <dgm:pt modelId="{D0A445B6-6D07-45FB-A3A9-1FD18C6797A1}" type="pres">
      <dgm:prSet presAssocID="{FE234B16-31D9-4883-8255-50F6A771656D}" presName="parentText" presStyleLbl="node1" presStyleIdx="1" presStyleCnt="5" custScaleX="84375" custScaleY="117592" custLinFactNeighborX="-13366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7DB5047C-A7A6-4925-92D9-234DD2A4FA1C}" type="pres">
      <dgm:prSet presAssocID="{FE234B16-31D9-4883-8255-50F6A771656D}" presName="negativeSpace" presStyleCnt="0"/>
      <dgm:spPr/>
    </dgm:pt>
    <dgm:pt modelId="{25279C27-708C-4BBD-A5B9-25D61A2022F1}" type="pres">
      <dgm:prSet presAssocID="{FE234B16-31D9-4883-8255-50F6A771656D}" presName="childText" presStyleLbl="conFgAcc1" presStyleIdx="1" presStyleCnt="5">
        <dgm:presLayoutVars>
          <dgm:bulletEnabled val="1"/>
        </dgm:presLayoutVars>
      </dgm:prSet>
      <dgm:spPr/>
    </dgm:pt>
    <dgm:pt modelId="{FA203257-DDA8-46AD-8F52-417637F7773B}" type="pres">
      <dgm:prSet presAssocID="{DC1ECC1E-8BB9-492A-9885-79BDD339E83B}" presName="spaceBetweenRectangles" presStyleCnt="0"/>
      <dgm:spPr/>
    </dgm:pt>
    <dgm:pt modelId="{8B6EAEBA-7FEB-44DE-AF3E-6636223EF3E4}" type="pres">
      <dgm:prSet presAssocID="{7B1780C8-73FC-436E-90D7-8E772F657A8B}" presName="parentLin" presStyleCnt="0"/>
      <dgm:spPr/>
    </dgm:pt>
    <dgm:pt modelId="{FD6B7279-BED3-4223-AA55-6B72365160A3}" type="pres">
      <dgm:prSet presAssocID="{7B1780C8-73FC-436E-90D7-8E772F657A8B}" presName="parentLeftMargin" presStyleLbl="node1" presStyleIdx="1" presStyleCnt="5"/>
      <dgm:spPr/>
      <dgm:t>
        <a:bodyPr/>
        <a:lstStyle/>
        <a:p>
          <a:endParaRPr lang="ru-RU"/>
        </a:p>
      </dgm:t>
    </dgm:pt>
    <dgm:pt modelId="{D3252B4D-C434-4238-A689-26AACB755CB0}" type="pres">
      <dgm:prSet presAssocID="{7B1780C8-73FC-436E-90D7-8E772F657A8B}" presName="parentText" presStyleLbl="node1" presStyleIdx="2" presStyleCnt="5" custScaleX="82371" custScaleY="75040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33CA3DD1-1280-4A8D-B0FE-5858F4E2B1D7}" type="pres">
      <dgm:prSet presAssocID="{7B1780C8-73FC-436E-90D7-8E772F657A8B}" presName="negativeSpace" presStyleCnt="0"/>
      <dgm:spPr/>
    </dgm:pt>
    <dgm:pt modelId="{F5FF0741-D2E0-4FBA-84CE-82A25CE93515}" type="pres">
      <dgm:prSet presAssocID="{7B1780C8-73FC-436E-90D7-8E772F657A8B}" presName="childText" presStyleLbl="conFgAcc1" presStyleIdx="2" presStyleCnt="5">
        <dgm:presLayoutVars>
          <dgm:bulletEnabled val="1"/>
        </dgm:presLayoutVars>
      </dgm:prSet>
      <dgm:spPr/>
    </dgm:pt>
    <dgm:pt modelId="{5DB7FA82-B6CC-42F5-AA83-0716D6ED67E9}" type="pres">
      <dgm:prSet presAssocID="{A508CC36-F3CA-49EB-9487-0A6EEBA9A23E}" presName="spaceBetweenRectangles" presStyleCnt="0"/>
      <dgm:spPr/>
    </dgm:pt>
    <dgm:pt modelId="{D8D022E0-30DE-45EE-9807-F2953CB27684}" type="pres">
      <dgm:prSet presAssocID="{487DD413-078B-4BBF-AE1B-DA5A06B223F9}" presName="parentLin" presStyleCnt="0"/>
      <dgm:spPr/>
    </dgm:pt>
    <dgm:pt modelId="{29C203CE-8F87-4D29-AAEA-D083740FB04E}" type="pres">
      <dgm:prSet presAssocID="{487DD413-078B-4BBF-AE1B-DA5A06B223F9}" presName="parentLeftMargin" presStyleLbl="node1" presStyleIdx="2" presStyleCnt="5"/>
      <dgm:spPr/>
      <dgm:t>
        <a:bodyPr/>
        <a:lstStyle/>
        <a:p>
          <a:endParaRPr lang="ru-RU"/>
        </a:p>
      </dgm:t>
    </dgm:pt>
    <dgm:pt modelId="{3D5C8FE9-D9B2-445B-88AE-043DE0DE5C9C}" type="pres">
      <dgm:prSet presAssocID="{487DD413-078B-4BBF-AE1B-DA5A06B223F9}" presName="parentText" presStyleLbl="node1" presStyleIdx="3" presStyleCnt="5" custScaleX="95387" custScaleY="130115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96E37892-1665-4267-8A21-692AB3848253}" type="pres">
      <dgm:prSet presAssocID="{487DD413-078B-4BBF-AE1B-DA5A06B223F9}" presName="negativeSpace" presStyleCnt="0"/>
      <dgm:spPr/>
    </dgm:pt>
    <dgm:pt modelId="{69BB3869-3F15-4699-A6DB-4271AAEC2110}" type="pres">
      <dgm:prSet presAssocID="{487DD413-078B-4BBF-AE1B-DA5A06B223F9}" presName="childText" presStyleLbl="conFgAcc1" presStyleIdx="3" presStyleCnt="5">
        <dgm:presLayoutVars>
          <dgm:bulletEnabled val="1"/>
        </dgm:presLayoutVars>
      </dgm:prSet>
      <dgm:spPr/>
    </dgm:pt>
    <dgm:pt modelId="{F38B03D4-640C-4E5F-88A7-AB8082547698}" type="pres">
      <dgm:prSet presAssocID="{3F353C5F-A8DB-4CEE-86B6-6C2083B8C141}" presName="spaceBetweenRectangles" presStyleCnt="0"/>
      <dgm:spPr/>
    </dgm:pt>
    <dgm:pt modelId="{BA0378E3-8250-49D6-B257-CA98191BDB25}" type="pres">
      <dgm:prSet presAssocID="{048B95CA-2322-4471-B433-850DD746E928}" presName="parentLin" presStyleCnt="0"/>
      <dgm:spPr/>
    </dgm:pt>
    <dgm:pt modelId="{B38CA5DD-DFE3-416D-9692-6C5A09940C29}" type="pres">
      <dgm:prSet presAssocID="{048B95CA-2322-4471-B433-850DD746E928}" presName="parentLeftMargin" presStyleLbl="node1" presStyleIdx="3" presStyleCnt="5"/>
      <dgm:spPr/>
      <dgm:t>
        <a:bodyPr/>
        <a:lstStyle/>
        <a:p>
          <a:endParaRPr lang="ru-RU"/>
        </a:p>
      </dgm:t>
    </dgm:pt>
    <dgm:pt modelId="{A4185F4D-B66F-4BEB-B6E5-4A7EDE133AE4}" type="pres">
      <dgm:prSet presAssocID="{048B95CA-2322-4471-B433-850DD746E928}" presName="parentText" presStyleLbl="node1" presStyleIdx="4" presStyleCnt="5" custScaleX="83180" custScaleY="76974">
        <dgm:presLayoutVars>
          <dgm:chMax val="0"/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DD3B6C00-9D53-4D89-A587-F5BE078AB53A}" type="pres">
      <dgm:prSet presAssocID="{048B95CA-2322-4471-B433-850DD746E928}" presName="negativeSpace" presStyleCnt="0"/>
      <dgm:spPr/>
    </dgm:pt>
    <dgm:pt modelId="{5AD48C48-CE0D-4C66-A758-429FCF7260C7}" type="pres">
      <dgm:prSet presAssocID="{048B95CA-2322-4471-B433-850DD746E928}" presName="childText" presStyleLbl="conFgAcc1" presStyleIdx="4" presStyleCnt="5">
        <dgm:presLayoutVars>
          <dgm:bulletEnabled val="1"/>
        </dgm:presLayoutVars>
      </dgm:prSet>
      <dgm:spPr/>
    </dgm:pt>
  </dgm:ptLst>
  <dgm:cxnLst>
    <dgm:cxn modelId="{2289C15E-0736-4748-BD4F-FD8A374FA6B6}" type="presOf" srcId="{7B1780C8-73FC-436E-90D7-8E772F657A8B}" destId="{FD6B7279-BED3-4223-AA55-6B72365160A3}" srcOrd="0" destOrd="0" presId="urn:microsoft.com/office/officeart/2005/8/layout/list1"/>
    <dgm:cxn modelId="{C07C8468-4C5A-4493-8236-97ED0EE1F3D2}" type="presOf" srcId="{FE234B16-31D9-4883-8255-50F6A771656D}" destId="{FB32059E-43E4-44D1-B0F4-C1456FC49ED3}" srcOrd="0" destOrd="0" presId="urn:microsoft.com/office/officeart/2005/8/layout/list1"/>
    <dgm:cxn modelId="{FB4E43A5-7AD1-41B9-B0BC-599D251344F2}" type="presOf" srcId="{048B95CA-2322-4471-B433-850DD746E928}" destId="{A4185F4D-B66F-4BEB-B6E5-4A7EDE133AE4}" srcOrd="1" destOrd="0" presId="urn:microsoft.com/office/officeart/2005/8/layout/list1"/>
    <dgm:cxn modelId="{6A517384-3ADE-4FA0-9AD7-F2A4CAD1F95D}" srcId="{32CD7D1C-F11D-4CD9-A387-412DC05FDF43}" destId="{FE234B16-31D9-4883-8255-50F6A771656D}" srcOrd="1" destOrd="0" parTransId="{0D13C634-294B-40D3-90D9-D040F96F8542}" sibTransId="{DC1ECC1E-8BB9-492A-9885-79BDD339E83B}"/>
    <dgm:cxn modelId="{42FA37D3-67B7-4BBA-9F87-3F2D94A26143}" srcId="{32CD7D1C-F11D-4CD9-A387-412DC05FDF43}" destId="{487DD413-078B-4BBF-AE1B-DA5A06B223F9}" srcOrd="3" destOrd="0" parTransId="{2DF0B9BE-E0AD-425D-B28E-9F2DED76D11D}" sibTransId="{3F353C5F-A8DB-4CEE-86B6-6C2083B8C141}"/>
    <dgm:cxn modelId="{5C6A0603-BC5F-43D3-B906-2269D8C4A44C}" type="presOf" srcId="{487DD413-078B-4BBF-AE1B-DA5A06B223F9}" destId="{29C203CE-8F87-4D29-AAEA-D083740FB04E}" srcOrd="0" destOrd="0" presId="urn:microsoft.com/office/officeart/2005/8/layout/list1"/>
    <dgm:cxn modelId="{2CB981C0-1C20-4E7B-A736-19AE34F7EA8B}" type="presOf" srcId="{048B95CA-2322-4471-B433-850DD746E928}" destId="{B38CA5DD-DFE3-416D-9692-6C5A09940C29}" srcOrd="0" destOrd="0" presId="urn:microsoft.com/office/officeart/2005/8/layout/list1"/>
    <dgm:cxn modelId="{CB5EF6FD-C1CE-4183-99A8-21A5B0DF9002}" srcId="{32CD7D1C-F11D-4CD9-A387-412DC05FDF43}" destId="{7B1780C8-73FC-436E-90D7-8E772F657A8B}" srcOrd="2" destOrd="0" parTransId="{D64F880E-57C9-4659-97D4-2802D6753D63}" sibTransId="{A508CC36-F3CA-49EB-9487-0A6EEBA9A23E}"/>
    <dgm:cxn modelId="{BF0FC85F-389F-410F-A37B-B443A8CCC55C}" type="presOf" srcId="{7B1780C8-73FC-436E-90D7-8E772F657A8B}" destId="{D3252B4D-C434-4238-A689-26AACB755CB0}" srcOrd="1" destOrd="0" presId="urn:microsoft.com/office/officeart/2005/8/layout/list1"/>
    <dgm:cxn modelId="{67191777-3334-4098-9CCB-1D859DA8A16B}" type="presOf" srcId="{32CD7D1C-F11D-4CD9-A387-412DC05FDF43}" destId="{146E3A40-AB30-4DEE-AF4B-B6806D11A431}" srcOrd="0" destOrd="0" presId="urn:microsoft.com/office/officeart/2005/8/layout/list1"/>
    <dgm:cxn modelId="{F1FFCF1D-EA61-4962-B9FF-F17FFA0A4270}" type="presOf" srcId="{487DD413-078B-4BBF-AE1B-DA5A06B223F9}" destId="{3D5C8FE9-D9B2-445B-88AE-043DE0DE5C9C}" srcOrd="1" destOrd="0" presId="urn:microsoft.com/office/officeart/2005/8/layout/list1"/>
    <dgm:cxn modelId="{503E83FE-CA4A-431F-8B61-152F3FA78BFF}" type="presOf" srcId="{AE35D5BC-26B4-404D-B01B-CBF2855C0095}" destId="{72BB8A68-065D-4EC8-8BDB-1DB4524763F2}" srcOrd="1" destOrd="0" presId="urn:microsoft.com/office/officeart/2005/8/layout/list1"/>
    <dgm:cxn modelId="{7F1EF9C9-8BF1-4F1B-8025-0383FA581183}" type="presOf" srcId="{FE234B16-31D9-4883-8255-50F6A771656D}" destId="{D0A445B6-6D07-45FB-A3A9-1FD18C6797A1}" srcOrd="1" destOrd="0" presId="urn:microsoft.com/office/officeart/2005/8/layout/list1"/>
    <dgm:cxn modelId="{5B5B0CDC-4E06-4438-A773-E13A6FE6290E}" srcId="{32CD7D1C-F11D-4CD9-A387-412DC05FDF43}" destId="{048B95CA-2322-4471-B433-850DD746E928}" srcOrd="4" destOrd="0" parTransId="{9215EC29-C41F-4B98-90F9-779D217002DB}" sibTransId="{D1D4EE72-A452-4599-9808-A0C446BFE585}"/>
    <dgm:cxn modelId="{FAF89984-52B8-4F24-BBF1-B4B5713063F9}" srcId="{32CD7D1C-F11D-4CD9-A387-412DC05FDF43}" destId="{AE35D5BC-26B4-404D-B01B-CBF2855C0095}" srcOrd="0" destOrd="0" parTransId="{380E2EE4-D7A7-40DC-B16B-DE2ABF688921}" sibTransId="{FBEB5EA5-33ED-4E5E-96E2-E8481C523F89}"/>
    <dgm:cxn modelId="{66BEF335-A73E-4A81-9541-49AB340D1864}" type="presOf" srcId="{AE35D5BC-26B4-404D-B01B-CBF2855C0095}" destId="{C0FB8849-CFE7-43A1-BF50-7296334B4265}" srcOrd="0" destOrd="0" presId="urn:microsoft.com/office/officeart/2005/8/layout/list1"/>
    <dgm:cxn modelId="{96C48C0B-7947-4FD0-AF3B-4AB742D2C078}" type="presParOf" srcId="{146E3A40-AB30-4DEE-AF4B-B6806D11A431}" destId="{BECFB1EA-C038-4F17-8648-2214352C0BE3}" srcOrd="0" destOrd="0" presId="urn:microsoft.com/office/officeart/2005/8/layout/list1"/>
    <dgm:cxn modelId="{29A620EB-1BD9-4049-A5F5-DCD1A31BA692}" type="presParOf" srcId="{BECFB1EA-C038-4F17-8648-2214352C0BE3}" destId="{C0FB8849-CFE7-43A1-BF50-7296334B4265}" srcOrd="0" destOrd="0" presId="urn:microsoft.com/office/officeart/2005/8/layout/list1"/>
    <dgm:cxn modelId="{FAD92033-593B-49BA-9340-DF8673F2E3C1}" type="presParOf" srcId="{BECFB1EA-C038-4F17-8648-2214352C0BE3}" destId="{72BB8A68-065D-4EC8-8BDB-1DB4524763F2}" srcOrd="1" destOrd="0" presId="urn:microsoft.com/office/officeart/2005/8/layout/list1"/>
    <dgm:cxn modelId="{211138F5-EDBC-4C4F-8176-726A0906B429}" type="presParOf" srcId="{146E3A40-AB30-4DEE-AF4B-B6806D11A431}" destId="{08166092-3127-428F-84F5-DB658FC1EED4}" srcOrd="1" destOrd="0" presId="urn:microsoft.com/office/officeart/2005/8/layout/list1"/>
    <dgm:cxn modelId="{75D56EC0-C4FB-4F20-9B9A-88546F3CB33E}" type="presParOf" srcId="{146E3A40-AB30-4DEE-AF4B-B6806D11A431}" destId="{4830B4F5-57ED-46E9-A18D-3A2AD0AA6C5C}" srcOrd="2" destOrd="0" presId="urn:microsoft.com/office/officeart/2005/8/layout/list1"/>
    <dgm:cxn modelId="{6F0C1C13-6F02-4244-A49D-1418F97F4E41}" type="presParOf" srcId="{146E3A40-AB30-4DEE-AF4B-B6806D11A431}" destId="{DCAC2F92-27A8-4F62-8F12-430AB4F68EA7}" srcOrd="3" destOrd="0" presId="urn:microsoft.com/office/officeart/2005/8/layout/list1"/>
    <dgm:cxn modelId="{2543D2CE-7146-427B-ACEB-AF2AF44EFBDB}" type="presParOf" srcId="{146E3A40-AB30-4DEE-AF4B-B6806D11A431}" destId="{F292C5D3-1425-467D-ACC8-5058F8EA33EA}" srcOrd="4" destOrd="0" presId="urn:microsoft.com/office/officeart/2005/8/layout/list1"/>
    <dgm:cxn modelId="{E71955B1-8D21-479A-A279-12AC15AB0ACC}" type="presParOf" srcId="{F292C5D3-1425-467D-ACC8-5058F8EA33EA}" destId="{FB32059E-43E4-44D1-B0F4-C1456FC49ED3}" srcOrd="0" destOrd="0" presId="urn:microsoft.com/office/officeart/2005/8/layout/list1"/>
    <dgm:cxn modelId="{EB6F5F18-8E35-4F14-99B9-18E51F424C8C}" type="presParOf" srcId="{F292C5D3-1425-467D-ACC8-5058F8EA33EA}" destId="{D0A445B6-6D07-45FB-A3A9-1FD18C6797A1}" srcOrd="1" destOrd="0" presId="urn:microsoft.com/office/officeart/2005/8/layout/list1"/>
    <dgm:cxn modelId="{58AC2560-218F-4F18-97C6-B27BB1529162}" type="presParOf" srcId="{146E3A40-AB30-4DEE-AF4B-B6806D11A431}" destId="{7DB5047C-A7A6-4925-92D9-234DD2A4FA1C}" srcOrd="5" destOrd="0" presId="urn:microsoft.com/office/officeart/2005/8/layout/list1"/>
    <dgm:cxn modelId="{5C495E54-4E53-4548-9B72-CC6F2995CD9C}" type="presParOf" srcId="{146E3A40-AB30-4DEE-AF4B-B6806D11A431}" destId="{25279C27-708C-4BBD-A5B9-25D61A2022F1}" srcOrd="6" destOrd="0" presId="urn:microsoft.com/office/officeart/2005/8/layout/list1"/>
    <dgm:cxn modelId="{80AEF844-F385-4BDB-9CBA-498506856C9A}" type="presParOf" srcId="{146E3A40-AB30-4DEE-AF4B-B6806D11A431}" destId="{FA203257-DDA8-46AD-8F52-417637F7773B}" srcOrd="7" destOrd="0" presId="urn:microsoft.com/office/officeart/2005/8/layout/list1"/>
    <dgm:cxn modelId="{261308AF-ACA4-4915-B598-EBA6A7B3B631}" type="presParOf" srcId="{146E3A40-AB30-4DEE-AF4B-B6806D11A431}" destId="{8B6EAEBA-7FEB-44DE-AF3E-6636223EF3E4}" srcOrd="8" destOrd="0" presId="urn:microsoft.com/office/officeart/2005/8/layout/list1"/>
    <dgm:cxn modelId="{ACB16646-F088-437D-A4A8-922AB8613667}" type="presParOf" srcId="{8B6EAEBA-7FEB-44DE-AF3E-6636223EF3E4}" destId="{FD6B7279-BED3-4223-AA55-6B72365160A3}" srcOrd="0" destOrd="0" presId="urn:microsoft.com/office/officeart/2005/8/layout/list1"/>
    <dgm:cxn modelId="{587EDCFF-20B9-49E8-BA90-C30708C57E52}" type="presParOf" srcId="{8B6EAEBA-7FEB-44DE-AF3E-6636223EF3E4}" destId="{D3252B4D-C434-4238-A689-26AACB755CB0}" srcOrd="1" destOrd="0" presId="urn:microsoft.com/office/officeart/2005/8/layout/list1"/>
    <dgm:cxn modelId="{54129B21-5F9B-406C-9D61-E17EC071731C}" type="presParOf" srcId="{146E3A40-AB30-4DEE-AF4B-B6806D11A431}" destId="{33CA3DD1-1280-4A8D-B0FE-5858F4E2B1D7}" srcOrd="9" destOrd="0" presId="urn:microsoft.com/office/officeart/2005/8/layout/list1"/>
    <dgm:cxn modelId="{F7CD8817-7430-46FD-87F4-EF493FCFA3A1}" type="presParOf" srcId="{146E3A40-AB30-4DEE-AF4B-B6806D11A431}" destId="{F5FF0741-D2E0-4FBA-84CE-82A25CE93515}" srcOrd="10" destOrd="0" presId="urn:microsoft.com/office/officeart/2005/8/layout/list1"/>
    <dgm:cxn modelId="{F3BBBB17-06A6-482E-A098-3D293CD93E57}" type="presParOf" srcId="{146E3A40-AB30-4DEE-AF4B-B6806D11A431}" destId="{5DB7FA82-B6CC-42F5-AA83-0716D6ED67E9}" srcOrd="11" destOrd="0" presId="urn:microsoft.com/office/officeart/2005/8/layout/list1"/>
    <dgm:cxn modelId="{A2606D7C-2EEA-48F6-8B52-AE6141373771}" type="presParOf" srcId="{146E3A40-AB30-4DEE-AF4B-B6806D11A431}" destId="{D8D022E0-30DE-45EE-9807-F2953CB27684}" srcOrd="12" destOrd="0" presId="urn:microsoft.com/office/officeart/2005/8/layout/list1"/>
    <dgm:cxn modelId="{ADDE24A2-C6ED-4C1E-955B-3344F430E628}" type="presParOf" srcId="{D8D022E0-30DE-45EE-9807-F2953CB27684}" destId="{29C203CE-8F87-4D29-AAEA-D083740FB04E}" srcOrd="0" destOrd="0" presId="urn:microsoft.com/office/officeart/2005/8/layout/list1"/>
    <dgm:cxn modelId="{03D6B6BC-75CC-45CA-81FF-79F9B68CF7A2}" type="presParOf" srcId="{D8D022E0-30DE-45EE-9807-F2953CB27684}" destId="{3D5C8FE9-D9B2-445B-88AE-043DE0DE5C9C}" srcOrd="1" destOrd="0" presId="urn:microsoft.com/office/officeart/2005/8/layout/list1"/>
    <dgm:cxn modelId="{931A3425-6DD2-4EE9-98E7-E79C89133A87}" type="presParOf" srcId="{146E3A40-AB30-4DEE-AF4B-B6806D11A431}" destId="{96E37892-1665-4267-8A21-692AB3848253}" srcOrd="13" destOrd="0" presId="urn:microsoft.com/office/officeart/2005/8/layout/list1"/>
    <dgm:cxn modelId="{3862CA94-AB6A-4B64-B587-E47CF420A3AD}" type="presParOf" srcId="{146E3A40-AB30-4DEE-AF4B-B6806D11A431}" destId="{69BB3869-3F15-4699-A6DB-4271AAEC2110}" srcOrd="14" destOrd="0" presId="urn:microsoft.com/office/officeart/2005/8/layout/list1"/>
    <dgm:cxn modelId="{911D630F-368A-4F32-92D1-87250B207E09}" type="presParOf" srcId="{146E3A40-AB30-4DEE-AF4B-B6806D11A431}" destId="{F38B03D4-640C-4E5F-88A7-AB8082547698}" srcOrd="15" destOrd="0" presId="urn:microsoft.com/office/officeart/2005/8/layout/list1"/>
    <dgm:cxn modelId="{37A22750-8D52-46CC-B88B-98C19E8447B4}" type="presParOf" srcId="{146E3A40-AB30-4DEE-AF4B-B6806D11A431}" destId="{BA0378E3-8250-49D6-B257-CA98191BDB25}" srcOrd="16" destOrd="0" presId="urn:microsoft.com/office/officeart/2005/8/layout/list1"/>
    <dgm:cxn modelId="{A4A4627F-7800-433D-925C-5484000206CB}" type="presParOf" srcId="{BA0378E3-8250-49D6-B257-CA98191BDB25}" destId="{B38CA5DD-DFE3-416D-9692-6C5A09940C29}" srcOrd="0" destOrd="0" presId="urn:microsoft.com/office/officeart/2005/8/layout/list1"/>
    <dgm:cxn modelId="{26221A71-1379-4737-9911-3DA42A1621DA}" type="presParOf" srcId="{BA0378E3-8250-49D6-B257-CA98191BDB25}" destId="{A4185F4D-B66F-4BEB-B6E5-4A7EDE133AE4}" srcOrd="1" destOrd="0" presId="urn:microsoft.com/office/officeart/2005/8/layout/list1"/>
    <dgm:cxn modelId="{213D7C44-B79C-438D-9ECE-D7C531039B74}" type="presParOf" srcId="{146E3A40-AB30-4DEE-AF4B-B6806D11A431}" destId="{DD3B6C00-9D53-4D89-A587-F5BE078AB53A}" srcOrd="17" destOrd="0" presId="urn:microsoft.com/office/officeart/2005/8/layout/list1"/>
    <dgm:cxn modelId="{F8888509-9037-4E85-A11E-7DCC538617D7}" type="presParOf" srcId="{146E3A40-AB30-4DEE-AF4B-B6806D11A431}" destId="{5AD48C48-CE0D-4C66-A758-429FCF7260C7}" srcOrd="18" destOrd="0" presId="urn:microsoft.com/office/officeart/2005/8/layout/list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ata7.xml><?xml version="1.0" encoding="utf-8"?>
<dgm:dataModel xmlns:dgm="http://schemas.openxmlformats.org/drawingml/2006/diagram" xmlns:a="http://schemas.openxmlformats.org/drawingml/2006/main">
  <dgm:ptLst>
    <dgm:pt modelId="{956B3A13-3F27-4A01-BAC5-FC1AE394A5C0}" type="doc">
      <dgm:prSet loTypeId="urn:microsoft.com/office/officeart/2005/8/layout/process1" loCatId="process" qsTypeId="urn:microsoft.com/office/officeart/2005/8/quickstyle/simple1" qsCatId="simple" csTypeId="urn:microsoft.com/office/officeart/2005/8/colors/accent1_1" csCatId="accent1" phldr="1"/>
      <dgm:spPr/>
      <dgm:t>
        <a:bodyPr/>
        <a:lstStyle/>
        <a:p>
          <a:endParaRPr lang="ru-RU"/>
        </a:p>
      </dgm:t>
    </dgm:pt>
    <dgm:pt modelId="{26B880D8-030D-493E-A923-9EBC8F31F3C6}">
      <dgm:prSet phldrT="[Текст]" phldr="0" custT="1"/>
      <dgm:spPr/>
      <dgm:t>
        <a:bodyPr/>
        <a:lstStyle/>
        <a:p>
          <a:r>
            <a:rPr lang="ru-RU" sz="2000" dirty="0"/>
            <a:t>Получение данных</a:t>
          </a:r>
        </a:p>
      </dgm:t>
    </dgm:pt>
    <dgm:pt modelId="{FDFAD025-4948-4C2D-9736-1141E529E7FA}" type="parTrans" cxnId="{27C33E99-DD2C-42BB-A57C-4B9EDAA5676D}">
      <dgm:prSet/>
      <dgm:spPr/>
      <dgm:t>
        <a:bodyPr/>
        <a:lstStyle/>
        <a:p>
          <a:endParaRPr lang="ru-RU"/>
        </a:p>
      </dgm:t>
    </dgm:pt>
    <dgm:pt modelId="{FAE21A12-125D-42BF-AF55-80FEE990D808}" type="sibTrans" cxnId="{27C33E99-DD2C-42BB-A57C-4B9EDAA5676D}">
      <dgm:prSet/>
      <dgm:spPr/>
      <dgm:t>
        <a:bodyPr/>
        <a:lstStyle/>
        <a:p>
          <a:endParaRPr lang="ru-RU"/>
        </a:p>
      </dgm:t>
    </dgm:pt>
    <dgm:pt modelId="{174A2622-FE95-42BB-A536-35C0365FD96A}">
      <dgm:prSet phldrT="[Текст]" phldr="0" custT="1"/>
      <dgm:spPr/>
      <dgm:t>
        <a:bodyPr/>
        <a:lstStyle/>
        <a:p>
          <a:r>
            <a:rPr lang="ru-RU" sz="2000" dirty="0"/>
            <a:t>Очистка данных</a:t>
          </a:r>
        </a:p>
      </dgm:t>
    </dgm:pt>
    <dgm:pt modelId="{92DDCCF4-43BB-4AAC-9D44-4C744A550AB1}" type="parTrans" cxnId="{35DB9B7F-6472-48FD-A26D-3D84C6A4C619}">
      <dgm:prSet/>
      <dgm:spPr/>
      <dgm:t>
        <a:bodyPr/>
        <a:lstStyle/>
        <a:p>
          <a:endParaRPr lang="ru-RU"/>
        </a:p>
      </dgm:t>
    </dgm:pt>
    <dgm:pt modelId="{413B5FE6-7DA3-4E98-9056-6A049DD28AA5}" type="sibTrans" cxnId="{35DB9B7F-6472-48FD-A26D-3D84C6A4C619}">
      <dgm:prSet/>
      <dgm:spPr/>
      <dgm:t>
        <a:bodyPr/>
        <a:lstStyle/>
        <a:p>
          <a:endParaRPr lang="ru-RU"/>
        </a:p>
      </dgm:t>
    </dgm:pt>
    <dgm:pt modelId="{A462D070-BF24-4321-8628-61B609B50BE4}">
      <dgm:prSet phldrT="[Текст]" phldr="0" custT="1"/>
      <dgm:spPr/>
      <dgm:t>
        <a:bodyPr/>
        <a:lstStyle/>
        <a:p>
          <a:r>
            <a:rPr lang="ru-RU" sz="2000" dirty="0"/>
            <a:t>Интерпретация</a:t>
          </a:r>
        </a:p>
      </dgm:t>
    </dgm:pt>
    <dgm:pt modelId="{5C62727E-3D6F-4BB1-A970-B68FBE88CD78}" type="parTrans" cxnId="{A5F74E04-1E52-4150-9546-B3BD6684B643}">
      <dgm:prSet/>
      <dgm:spPr/>
      <dgm:t>
        <a:bodyPr/>
        <a:lstStyle/>
        <a:p>
          <a:endParaRPr lang="ru-RU"/>
        </a:p>
      </dgm:t>
    </dgm:pt>
    <dgm:pt modelId="{52478A65-22C0-43BA-B203-763716423CA6}" type="sibTrans" cxnId="{A5F74E04-1E52-4150-9546-B3BD6684B643}">
      <dgm:prSet/>
      <dgm:spPr/>
      <dgm:t>
        <a:bodyPr/>
        <a:lstStyle/>
        <a:p>
          <a:endParaRPr lang="ru-RU"/>
        </a:p>
      </dgm:t>
    </dgm:pt>
    <dgm:pt modelId="{CBCC2667-C0A7-432F-B138-672AE56CAED4}">
      <dgm:prSet custT="1"/>
      <dgm:spPr/>
      <dgm:t>
        <a:bodyPr/>
        <a:lstStyle/>
        <a:p>
          <a:r>
            <a:rPr lang="ru-RU" sz="2000" dirty="0"/>
            <a:t>Преобразование данных</a:t>
          </a:r>
        </a:p>
      </dgm:t>
    </dgm:pt>
    <dgm:pt modelId="{6EEA23FB-9CE8-4632-84D0-1019B9AF2081}" type="parTrans" cxnId="{BF8C8DD8-E14A-4D78-948E-01EB37DD4052}">
      <dgm:prSet/>
      <dgm:spPr/>
      <dgm:t>
        <a:bodyPr/>
        <a:lstStyle/>
        <a:p>
          <a:endParaRPr lang="ru-RU"/>
        </a:p>
      </dgm:t>
    </dgm:pt>
    <dgm:pt modelId="{8B175B60-D1D4-4A8B-9D66-3EDD1175D297}" type="sibTrans" cxnId="{BF8C8DD8-E14A-4D78-948E-01EB37DD4052}">
      <dgm:prSet/>
      <dgm:spPr/>
      <dgm:t>
        <a:bodyPr/>
        <a:lstStyle/>
        <a:p>
          <a:endParaRPr lang="ru-RU"/>
        </a:p>
      </dgm:t>
    </dgm:pt>
    <dgm:pt modelId="{C1833E54-FB47-4248-80F0-D1398DA34F82}">
      <dgm:prSet custT="1"/>
      <dgm:spPr/>
      <dgm:t>
        <a:bodyPr/>
        <a:lstStyle/>
        <a:p>
          <a:r>
            <a:rPr lang="en-US" sz="2000" dirty="0"/>
            <a:t>Data Mining</a:t>
          </a:r>
          <a:endParaRPr lang="ru-RU" sz="2000" dirty="0"/>
        </a:p>
      </dgm:t>
    </dgm:pt>
    <dgm:pt modelId="{FA1FC4A0-3EE4-4B0C-8648-836058417D94}" type="parTrans" cxnId="{4FA93F7D-FE48-449F-AF6D-E7C0F9D4DCF8}">
      <dgm:prSet/>
      <dgm:spPr/>
      <dgm:t>
        <a:bodyPr/>
        <a:lstStyle/>
        <a:p>
          <a:endParaRPr lang="ru-RU"/>
        </a:p>
      </dgm:t>
    </dgm:pt>
    <dgm:pt modelId="{914552DC-E195-4BE9-BFC3-C2200BA02189}" type="sibTrans" cxnId="{4FA93F7D-FE48-449F-AF6D-E7C0F9D4DCF8}">
      <dgm:prSet/>
      <dgm:spPr/>
      <dgm:t>
        <a:bodyPr/>
        <a:lstStyle/>
        <a:p>
          <a:endParaRPr lang="ru-RU"/>
        </a:p>
      </dgm:t>
    </dgm:pt>
    <dgm:pt modelId="{52342A1A-EA48-4E42-A2F0-15E26302623E}" type="pres">
      <dgm:prSet presAssocID="{956B3A13-3F27-4A01-BAC5-FC1AE394A5C0}" presName="Name0" presStyleCnt="0">
        <dgm:presLayoutVars>
          <dgm:dir/>
          <dgm:resizeHandles val="exact"/>
        </dgm:presLayoutVars>
      </dgm:prSet>
      <dgm:spPr/>
      <dgm:t>
        <a:bodyPr/>
        <a:lstStyle/>
        <a:p>
          <a:endParaRPr lang="ru-RU"/>
        </a:p>
      </dgm:t>
    </dgm:pt>
    <dgm:pt modelId="{E6D30534-FA5B-4172-AE5A-7143AD703D4F}" type="pres">
      <dgm:prSet presAssocID="{26B880D8-030D-493E-A923-9EBC8F31F3C6}" presName="node" presStyleLbl="node1" presStyleIdx="0" presStyleCnt="5" custScaleX="136595" custScaleY="83022" custLinFactNeighborX="32726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2A570748-67D3-43A2-93DF-B6AA0831E3A7}" type="pres">
      <dgm:prSet presAssocID="{FAE21A12-125D-42BF-AF55-80FEE990D808}" presName="sibTrans" presStyleLbl="sibTrans2D1" presStyleIdx="0" presStyleCnt="4" custScaleX="79572"/>
      <dgm:spPr/>
      <dgm:t>
        <a:bodyPr/>
        <a:lstStyle/>
        <a:p>
          <a:endParaRPr lang="ru-RU"/>
        </a:p>
      </dgm:t>
    </dgm:pt>
    <dgm:pt modelId="{9319A63F-707A-42A7-9F23-5258CBC016F6}" type="pres">
      <dgm:prSet presAssocID="{FAE21A12-125D-42BF-AF55-80FEE990D808}" presName="connectorText" presStyleLbl="sibTrans2D1" presStyleIdx="0" presStyleCnt="4"/>
      <dgm:spPr/>
      <dgm:t>
        <a:bodyPr/>
        <a:lstStyle/>
        <a:p>
          <a:endParaRPr lang="ru-RU"/>
        </a:p>
      </dgm:t>
    </dgm:pt>
    <dgm:pt modelId="{899FCF75-CF9D-4A9F-A499-FD2C669BB6D7}" type="pres">
      <dgm:prSet presAssocID="{174A2622-FE95-42BB-A536-35C0365FD96A}" presName="node" presStyleLbl="node1" presStyleIdx="1" presStyleCnt="5" custScaleX="126337" custScaleY="88999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C3385FE0-46F5-44A2-999C-EE735056A7B6}" type="pres">
      <dgm:prSet presAssocID="{413B5FE6-7DA3-4E98-9056-6A049DD28AA5}" presName="sibTrans" presStyleLbl="sibTrans2D1" presStyleIdx="1" presStyleCnt="4"/>
      <dgm:spPr/>
      <dgm:t>
        <a:bodyPr/>
        <a:lstStyle/>
        <a:p>
          <a:endParaRPr lang="ru-RU"/>
        </a:p>
      </dgm:t>
    </dgm:pt>
    <dgm:pt modelId="{90A61036-BD72-4562-87A8-B1DD6DBECB8B}" type="pres">
      <dgm:prSet presAssocID="{413B5FE6-7DA3-4E98-9056-6A049DD28AA5}" presName="connectorText" presStyleLbl="sibTrans2D1" presStyleIdx="1" presStyleCnt="4"/>
      <dgm:spPr/>
      <dgm:t>
        <a:bodyPr/>
        <a:lstStyle/>
        <a:p>
          <a:endParaRPr lang="ru-RU"/>
        </a:p>
      </dgm:t>
    </dgm:pt>
    <dgm:pt modelId="{D76767D3-C766-49A2-8446-D01676524842}" type="pres">
      <dgm:prSet presAssocID="{CBCC2667-C0A7-432F-B138-672AE56CAED4}" presName="node" presStyleLbl="node1" presStyleIdx="2" presStyleCnt="5" custScaleX="133253" custScaleY="98452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4EA7D5BB-D863-4108-AB72-F61310CE41CE}" type="pres">
      <dgm:prSet presAssocID="{8B175B60-D1D4-4A8B-9D66-3EDD1175D297}" presName="sibTrans" presStyleLbl="sibTrans2D1" presStyleIdx="2" presStyleCnt="4"/>
      <dgm:spPr/>
      <dgm:t>
        <a:bodyPr/>
        <a:lstStyle/>
        <a:p>
          <a:endParaRPr lang="ru-RU"/>
        </a:p>
      </dgm:t>
    </dgm:pt>
    <dgm:pt modelId="{AD4EC744-A31E-4873-8720-C31A6F60E0BD}" type="pres">
      <dgm:prSet presAssocID="{8B175B60-D1D4-4A8B-9D66-3EDD1175D297}" presName="connectorText" presStyleLbl="sibTrans2D1" presStyleIdx="2" presStyleCnt="4"/>
      <dgm:spPr/>
      <dgm:t>
        <a:bodyPr/>
        <a:lstStyle/>
        <a:p>
          <a:endParaRPr lang="ru-RU"/>
        </a:p>
      </dgm:t>
    </dgm:pt>
    <dgm:pt modelId="{4B1A7663-63DC-4711-823C-514F7753CD87}" type="pres">
      <dgm:prSet presAssocID="{C1833E54-FB47-4248-80F0-D1398DA34F82}" presName="node" presStyleLbl="node1" presStyleIdx="3" presStyleCnt="5" custScaleX="119365" custScaleY="8438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  <dgm:pt modelId="{A29594DB-C833-4180-9682-D77E98945F5F}" type="pres">
      <dgm:prSet presAssocID="{914552DC-E195-4BE9-BFC3-C2200BA02189}" presName="sibTrans" presStyleLbl="sibTrans2D1" presStyleIdx="3" presStyleCnt="4"/>
      <dgm:spPr/>
      <dgm:t>
        <a:bodyPr/>
        <a:lstStyle/>
        <a:p>
          <a:endParaRPr lang="ru-RU"/>
        </a:p>
      </dgm:t>
    </dgm:pt>
    <dgm:pt modelId="{E648D723-7153-4265-AFC6-149F36B33847}" type="pres">
      <dgm:prSet presAssocID="{914552DC-E195-4BE9-BFC3-C2200BA02189}" presName="connectorText" presStyleLbl="sibTrans2D1" presStyleIdx="3" presStyleCnt="4"/>
      <dgm:spPr/>
      <dgm:t>
        <a:bodyPr/>
        <a:lstStyle/>
        <a:p>
          <a:endParaRPr lang="ru-RU"/>
        </a:p>
      </dgm:t>
    </dgm:pt>
    <dgm:pt modelId="{928F48DF-C6B1-461A-B3F7-3BCF5338C4AE}" type="pres">
      <dgm:prSet presAssocID="{A462D070-BF24-4321-8628-61B609B50BE4}" presName="node" presStyleLbl="node1" presStyleIdx="4" presStyleCnt="5" custScaleX="123956" custScaleY="80942" custLinFactNeighborX="-39659" custLinFactNeighborY="0">
        <dgm:presLayoutVars>
          <dgm:bulletEnabled val="1"/>
        </dgm:presLayoutVars>
      </dgm:prSet>
      <dgm:spPr/>
      <dgm:t>
        <a:bodyPr/>
        <a:lstStyle/>
        <a:p>
          <a:endParaRPr lang="ru-RU"/>
        </a:p>
      </dgm:t>
    </dgm:pt>
  </dgm:ptLst>
  <dgm:cxnLst>
    <dgm:cxn modelId="{3B5330EF-41DC-475D-95FA-0DBD2C42CD94}" type="presOf" srcId="{FAE21A12-125D-42BF-AF55-80FEE990D808}" destId="{2A570748-67D3-43A2-93DF-B6AA0831E3A7}" srcOrd="0" destOrd="0" presId="urn:microsoft.com/office/officeart/2005/8/layout/process1"/>
    <dgm:cxn modelId="{75DF3945-792F-4976-87CC-AF0A910065C3}" type="presOf" srcId="{914552DC-E195-4BE9-BFC3-C2200BA02189}" destId="{E648D723-7153-4265-AFC6-149F36B33847}" srcOrd="1" destOrd="0" presId="urn:microsoft.com/office/officeart/2005/8/layout/process1"/>
    <dgm:cxn modelId="{0C17C373-36E5-4301-AD58-37C102C47023}" type="presOf" srcId="{413B5FE6-7DA3-4E98-9056-6A049DD28AA5}" destId="{90A61036-BD72-4562-87A8-B1DD6DBECB8B}" srcOrd="1" destOrd="0" presId="urn:microsoft.com/office/officeart/2005/8/layout/process1"/>
    <dgm:cxn modelId="{6B13F8E4-612C-46F3-8D1D-DF5FC57014FC}" type="presOf" srcId="{CBCC2667-C0A7-432F-B138-672AE56CAED4}" destId="{D76767D3-C766-49A2-8446-D01676524842}" srcOrd="0" destOrd="0" presId="urn:microsoft.com/office/officeart/2005/8/layout/process1"/>
    <dgm:cxn modelId="{B988E01A-AB0A-4AE6-B398-2E142532BD54}" type="presOf" srcId="{A462D070-BF24-4321-8628-61B609B50BE4}" destId="{928F48DF-C6B1-461A-B3F7-3BCF5338C4AE}" srcOrd="0" destOrd="0" presId="urn:microsoft.com/office/officeart/2005/8/layout/process1"/>
    <dgm:cxn modelId="{DFBBD3E7-D211-4B42-8E1D-1775B91DE43C}" type="presOf" srcId="{174A2622-FE95-42BB-A536-35C0365FD96A}" destId="{899FCF75-CF9D-4A9F-A499-FD2C669BB6D7}" srcOrd="0" destOrd="0" presId="urn:microsoft.com/office/officeart/2005/8/layout/process1"/>
    <dgm:cxn modelId="{256CA908-0EAF-4D37-9A60-A29159F45DE3}" type="presOf" srcId="{956B3A13-3F27-4A01-BAC5-FC1AE394A5C0}" destId="{52342A1A-EA48-4E42-A2F0-15E26302623E}" srcOrd="0" destOrd="0" presId="urn:microsoft.com/office/officeart/2005/8/layout/process1"/>
    <dgm:cxn modelId="{B942609A-7BAA-4F82-AA4B-A3970AD16965}" type="presOf" srcId="{413B5FE6-7DA3-4E98-9056-6A049DD28AA5}" destId="{C3385FE0-46F5-44A2-999C-EE735056A7B6}" srcOrd="0" destOrd="0" presId="urn:microsoft.com/office/officeart/2005/8/layout/process1"/>
    <dgm:cxn modelId="{95A8ACE5-9253-4620-804D-16067AFEA8B2}" type="presOf" srcId="{26B880D8-030D-493E-A923-9EBC8F31F3C6}" destId="{E6D30534-FA5B-4172-AE5A-7143AD703D4F}" srcOrd="0" destOrd="0" presId="urn:microsoft.com/office/officeart/2005/8/layout/process1"/>
    <dgm:cxn modelId="{4FA93F7D-FE48-449F-AF6D-E7C0F9D4DCF8}" srcId="{956B3A13-3F27-4A01-BAC5-FC1AE394A5C0}" destId="{C1833E54-FB47-4248-80F0-D1398DA34F82}" srcOrd="3" destOrd="0" parTransId="{FA1FC4A0-3EE4-4B0C-8648-836058417D94}" sibTransId="{914552DC-E195-4BE9-BFC3-C2200BA02189}"/>
    <dgm:cxn modelId="{B5B4B0C7-3075-4F36-AC61-46DF0AFD29BC}" type="presOf" srcId="{8B175B60-D1D4-4A8B-9D66-3EDD1175D297}" destId="{4EA7D5BB-D863-4108-AB72-F61310CE41CE}" srcOrd="0" destOrd="0" presId="urn:microsoft.com/office/officeart/2005/8/layout/process1"/>
    <dgm:cxn modelId="{C8CFC6B3-191D-4657-A107-384B4917E175}" type="presOf" srcId="{FAE21A12-125D-42BF-AF55-80FEE990D808}" destId="{9319A63F-707A-42A7-9F23-5258CBC016F6}" srcOrd="1" destOrd="0" presId="urn:microsoft.com/office/officeart/2005/8/layout/process1"/>
    <dgm:cxn modelId="{BF8C8DD8-E14A-4D78-948E-01EB37DD4052}" srcId="{956B3A13-3F27-4A01-BAC5-FC1AE394A5C0}" destId="{CBCC2667-C0A7-432F-B138-672AE56CAED4}" srcOrd="2" destOrd="0" parTransId="{6EEA23FB-9CE8-4632-84D0-1019B9AF2081}" sibTransId="{8B175B60-D1D4-4A8B-9D66-3EDD1175D297}"/>
    <dgm:cxn modelId="{27C33E99-DD2C-42BB-A57C-4B9EDAA5676D}" srcId="{956B3A13-3F27-4A01-BAC5-FC1AE394A5C0}" destId="{26B880D8-030D-493E-A923-9EBC8F31F3C6}" srcOrd="0" destOrd="0" parTransId="{FDFAD025-4948-4C2D-9736-1141E529E7FA}" sibTransId="{FAE21A12-125D-42BF-AF55-80FEE990D808}"/>
    <dgm:cxn modelId="{35DB9B7F-6472-48FD-A26D-3D84C6A4C619}" srcId="{956B3A13-3F27-4A01-BAC5-FC1AE394A5C0}" destId="{174A2622-FE95-42BB-A536-35C0365FD96A}" srcOrd="1" destOrd="0" parTransId="{92DDCCF4-43BB-4AAC-9D44-4C744A550AB1}" sibTransId="{413B5FE6-7DA3-4E98-9056-6A049DD28AA5}"/>
    <dgm:cxn modelId="{B0D34F59-4F9A-453D-9E4D-CEC327990AAB}" type="presOf" srcId="{C1833E54-FB47-4248-80F0-D1398DA34F82}" destId="{4B1A7663-63DC-4711-823C-514F7753CD87}" srcOrd="0" destOrd="0" presId="urn:microsoft.com/office/officeart/2005/8/layout/process1"/>
    <dgm:cxn modelId="{2F972462-D891-4130-B7E3-E33042EBC0F4}" type="presOf" srcId="{8B175B60-D1D4-4A8B-9D66-3EDD1175D297}" destId="{AD4EC744-A31E-4873-8720-C31A6F60E0BD}" srcOrd="1" destOrd="0" presId="urn:microsoft.com/office/officeart/2005/8/layout/process1"/>
    <dgm:cxn modelId="{CBE9D899-2790-44FF-BB9D-757540749CF0}" type="presOf" srcId="{914552DC-E195-4BE9-BFC3-C2200BA02189}" destId="{A29594DB-C833-4180-9682-D77E98945F5F}" srcOrd="0" destOrd="0" presId="urn:microsoft.com/office/officeart/2005/8/layout/process1"/>
    <dgm:cxn modelId="{A5F74E04-1E52-4150-9546-B3BD6684B643}" srcId="{956B3A13-3F27-4A01-BAC5-FC1AE394A5C0}" destId="{A462D070-BF24-4321-8628-61B609B50BE4}" srcOrd="4" destOrd="0" parTransId="{5C62727E-3D6F-4BB1-A970-B68FBE88CD78}" sibTransId="{52478A65-22C0-43BA-B203-763716423CA6}"/>
    <dgm:cxn modelId="{5BD00E9A-B9A4-49C4-9837-365EAEF183DB}" type="presParOf" srcId="{52342A1A-EA48-4E42-A2F0-15E26302623E}" destId="{E6D30534-FA5B-4172-AE5A-7143AD703D4F}" srcOrd="0" destOrd="0" presId="urn:microsoft.com/office/officeart/2005/8/layout/process1"/>
    <dgm:cxn modelId="{B0D6FEF0-CD2E-4852-80D2-FCDCA4660D20}" type="presParOf" srcId="{52342A1A-EA48-4E42-A2F0-15E26302623E}" destId="{2A570748-67D3-43A2-93DF-B6AA0831E3A7}" srcOrd="1" destOrd="0" presId="urn:microsoft.com/office/officeart/2005/8/layout/process1"/>
    <dgm:cxn modelId="{B5938803-1C1B-45AF-8EEA-638F5FBA78A2}" type="presParOf" srcId="{2A570748-67D3-43A2-93DF-B6AA0831E3A7}" destId="{9319A63F-707A-42A7-9F23-5258CBC016F6}" srcOrd="0" destOrd="0" presId="urn:microsoft.com/office/officeart/2005/8/layout/process1"/>
    <dgm:cxn modelId="{06B6312E-19C2-4B9A-9405-07D5BDBB0701}" type="presParOf" srcId="{52342A1A-EA48-4E42-A2F0-15E26302623E}" destId="{899FCF75-CF9D-4A9F-A499-FD2C669BB6D7}" srcOrd="2" destOrd="0" presId="urn:microsoft.com/office/officeart/2005/8/layout/process1"/>
    <dgm:cxn modelId="{8F9DEDBA-E167-420E-9F51-12F4A655554F}" type="presParOf" srcId="{52342A1A-EA48-4E42-A2F0-15E26302623E}" destId="{C3385FE0-46F5-44A2-999C-EE735056A7B6}" srcOrd="3" destOrd="0" presId="urn:microsoft.com/office/officeart/2005/8/layout/process1"/>
    <dgm:cxn modelId="{D6A763EA-4595-42A2-B29F-E17AC2B31640}" type="presParOf" srcId="{C3385FE0-46F5-44A2-999C-EE735056A7B6}" destId="{90A61036-BD72-4562-87A8-B1DD6DBECB8B}" srcOrd="0" destOrd="0" presId="urn:microsoft.com/office/officeart/2005/8/layout/process1"/>
    <dgm:cxn modelId="{18635C0D-F777-4EBE-9B30-7B0A45C6FD60}" type="presParOf" srcId="{52342A1A-EA48-4E42-A2F0-15E26302623E}" destId="{D76767D3-C766-49A2-8446-D01676524842}" srcOrd="4" destOrd="0" presId="urn:microsoft.com/office/officeart/2005/8/layout/process1"/>
    <dgm:cxn modelId="{71F953AD-2310-4DD0-B8D5-7F1D16272615}" type="presParOf" srcId="{52342A1A-EA48-4E42-A2F0-15E26302623E}" destId="{4EA7D5BB-D863-4108-AB72-F61310CE41CE}" srcOrd="5" destOrd="0" presId="urn:microsoft.com/office/officeart/2005/8/layout/process1"/>
    <dgm:cxn modelId="{9E8AAAFD-FC3C-43D2-864A-B30F73C32A52}" type="presParOf" srcId="{4EA7D5BB-D863-4108-AB72-F61310CE41CE}" destId="{AD4EC744-A31E-4873-8720-C31A6F60E0BD}" srcOrd="0" destOrd="0" presId="urn:microsoft.com/office/officeart/2005/8/layout/process1"/>
    <dgm:cxn modelId="{76A5E7C7-8F4D-4253-846C-032AB41934DC}" type="presParOf" srcId="{52342A1A-EA48-4E42-A2F0-15E26302623E}" destId="{4B1A7663-63DC-4711-823C-514F7753CD87}" srcOrd="6" destOrd="0" presId="urn:microsoft.com/office/officeart/2005/8/layout/process1"/>
    <dgm:cxn modelId="{62ACC858-62BE-4136-BCFD-9756C7B92778}" type="presParOf" srcId="{52342A1A-EA48-4E42-A2F0-15E26302623E}" destId="{A29594DB-C833-4180-9682-D77E98945F5F}" srcOrd="7" destOrd="0" presId="urn:microsoft.com/office/officeart/2005/8/layout/process1"/>
    <dgm:cxn modelId="{B42E6359-8CCD-49E1-9D0C-925E0EE6CAED}" type="presParOf" srcId="{A29594DB-C833-4180-9682-D77E98945F5F}" destId="{E648D723-7153-4265-AFC6-149F36B33847}" srcOrd="0" destOrd="0" presId="urn:microsoft.com/office/officeart/2005/8/layout/process1"/>
    <dgm:cxn modelId="{424D2E11-FDEA-4ECA-A305-E044C34D5798}" type="presParOf" srcId="{52342A1A-EA48-4E42-A2F0-15E26302623E}" destId="{928F48DF-C6B1-461A-B3F7-3BCF5338C4AE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xmlns="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8450F2A-AAF8-4DE5-BFD4-A9473DE1ED37}">
      <dsp:nvSpPr>
        <dsp:cNvPr id="0" name=""/>
        <dsp:cNvSpPr/>
      </dsp:nvSpPr>
      <dsp:spPr>
        <a:xfrm>
          <a:off x="0" y="470323"/>
          <a:ext cx="736247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B6FA328-CB30-44A8-8DB7-99968C905F3C}">
      <dsp:nvSpPr>
        <dsp:cNvPr id="0" name=""/>
        <dsp:cNvSpPr/>
      </dsp:nvSpPr>
      <dsp:spPr>
        <a:xfrm>
          <a:off x="368123" y="9688"/>
          <a:ext cx="4901923" cy="918194"/>
        </a:xfrm>
        <a:prstGeom prst="roundRect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799" tIns="0" rIns="19479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</a:rPr>
            <a:t>Универсальна и подходит для введения проектов по аналитике данных.</a:t>
          </a:r>
        </a:p>
      </dsp:txBody>
      <dsp:txXfrm>
        <a:off x="412946" y="54511"/>
        <a:ext cx="4812277" cy="828548"/>
      </dsp:txXfrm>
    </dsp:sp>
    <dsp:sp modelId="{75A148FD-A1F7-4953-B901-8116A7002BD8}">
      <dsp:nvSpPr>
        <dsp:cNvPr id="0" name=""/>
        <dsp:cNvSpPr/>
      </dsp:nvSpPr>
      <dsp:spPr>
        <a:xfrm>
          <a:off x="0" y="1847629"/>
          <a:ext cx="736247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1180472"/>
              <a:satOff val="-10766"/>
              <a:lumOff val="-1961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B95F51-7FC1-4249-9858-7AE5DE9A97B5}">
      <dsp:nvSpPr>
        <dsp:cNvPr id="0" name=""/>
        <dsp:cNvSpPr/>
      </dsp:nvSpPr>
      <dsp:spPr>
        <a:xfrm>
          <a:off x="368123" y="1418923"/>
          <a:ext cx="4978199" cy="886266"/>
        </a:xfrm>
        <a:prstGeom prst="roundRect">
          <a:avLst/>
        </a:prstGeom>
        <a:solidFill>
          <a:schemeClr val="accent2">
            <a:hueOff val="-1180472"/>
            <a:satOff val="-10766"/>
            <a:lumOff val="-1961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799" tIns="0" rIns="19479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</a:rPr>
            <a:t>Нет привязки к конкретным программным продуктам</a:t>
          </a:r>
        </a:p>
      </dsp:txBody>
      <dsp:txXfrm>
        <a:off x="411387" y="1462187"/>
        <a:ext cx="4891671" cy="799738"/>
      </dsp:txXfrm>
    </dsp:sp>
    <dsp:sp modelId="{BC42C5CB-93AC-44AC-AC85-AC18EE725115}">
      <dsp:nvSpPr>
        <dsp:cNvPr id="0" name=""/>
        <dsp:cNvSpPr/>
      </dsp:nvSpPr>
      <dsp:spPr>
        <a:xfrm>
          <a:off x="0" y="3253789"/>
          <a:ext cx="7362479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2">
              <a:hueOff val="-2360944"/>
              <a:satOff val="-21531"/>
              <a:lumOff val="-3922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075E8BB-D427-49BC-85BF-0314CD023111}">
      <dsp:nvSpPr>
        <dsp:cNvPr id="0" name=""/>
        <dsp:cNvSpPr/>
      </dsp:nvSpPr>
      <dsp:spPr>
        <a:xfrm>
          <a:off x="368123" y="2796229"/>
          <a:ext cx="5153735" cy="915120"/>
        </a:xfrm>
        <a:prstGeom prst="roundRect">
          <a:avLst/>
        </a:prstGeom>
        <a:solidFill>
          <a:schemeClr val="accent2">
            <a:hueOff val="-2360944"/>
            <a:satOff val="-21531"/>
            <a:lumOff val="-3922"/>
            <a:alphaOff val="0"/>
          </a:schemeClr>
        </a:solidFill>
        <a:ln w="15875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94799" tIns="0" rIns="194799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>
              <a:solidFill>
                <a:schemeClr val="tx1"/>
              </a:solidFill>
            </a:rPr>
            <a:t>Близка по духу к </a:t>
          </a:r>
          <a:r>
            <a:rPr lang="en-US" sz="2000" kern="1200" dirty="0">
              <a:solidFill>
                <a:schemeClr val="tx1"/>
              </a:solidFill>
            </a:rPr>
            <a:t>Knowledge Discovery in Database  </a:t>
          </a:r>
          <a:endParaRPr lang="ru-RU" sz="2000" kern="1200" dirty="0">
            <a:solidFill>
              <a:schemeClr val="tx1"/>
            </a:solidFill>
          </a:endParaRPr>
        </a:p>
      </dsp:txBody>
      <dsp:txXfrm>
        <a:off x="412795" y="2840901"/>
        <a:ext cx="5064391" cy="82577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1FD8C-F3DC-4679-969A-526BDE01802B}">
      <dsp:nvSpPr>
        <dsp:cNvPr id="0" name=""/>
        <dsp:cNvSpPr/>
      </dsp:nvSpPr>
      <dsp:spPr>
        <a:xfrm>
          <a:off x="0" y="635553"/>
          <a:ext cx="8128000" cy="103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BEFD9-7F22-4D99-83D2-D14878EAA2D9}">
      <dsp:nvSpPr>
        <dsp:cNvPr id="0" name=""/>
        <dsp:cNvSpPr/>
      </dsp:nvSpPr>
      <dsp:spPr>
        <a:xfrm>
          <a:off x="406400" y="30393"/>
          <a:ext cx="5689600" cy="1210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Бизнес-данные редко накапливаются специально для решения задач в аналитике</a:t>
          </a:r>
        </a:p>
      </dsp:txBody>
      <dsp:txXfrm>
        <a:off x="465483" y="89476"/>
        <a:ext cx="5571434" cy="1092154"/>
      </dsp:txXfrm>
    </dsp:sp>
    <dsp:sp modelId="{FD0F4C00-13A7-4D51-92FA-836D7AE805AD}">
      <dsp:nvSpPr>
        <dsp:cNvPr id="0" name=""/>
        <dsp:cNvSpPr/>
      </dsp:nvSpPr>
      <dsp:spPr>
        <a:xfrm>
          <a:off x="0" y="2495313"/>
          <a:ext cx="8128000" cy="103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D90E2-1A59-4F56-A184-5EF0526C0AB0}">
      <dsp:nvSpPr>
        <dsp:cNvPr id="0" name=""/>
        <dsp:cNvSpPr/>
      </dsp:nvSpPr>
      <dsp:spPr>
        <a:xfrm>
          <a:off x="406400" y="1890153"/>
          <a:ext cx="5689600" cy="1210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Бизнес-данные содержат выбросы, ошибки, противоречия и пропуски</a:t>
          </a:r>
        </a:p>
      </dsp:txBody>
      <dsp:txXfrm>
        <a:off x="465483" y="1949236"/>
        <a:ext cx="5571434" cy="1092154"/>
      </dsp:txXfrm>
    </dsp:sp>
    <dsp:sp modelId="{EC7F823B-6EB8-4204-BE4F-53E693C275D4}">
      <dsp:nvSpPr>
        <dsp:cNvPr id="0" name=""/>
        <dsp:cNvSpPr/>
      </dsp:nvSpPr>
      <dsp:spPr>
        <a:xfrm>
          <a:off x="0" y="4355073"/>
          <a:ext cx="8128000" cy="103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E1DC8-B6E1-4DBE-A638-B75D48D65D07}">
      <dsp:nvSpPr>
        <dsp:cNvPr id="0" name=""/>
        <dsp:cNvSpPr/>
      </dsp:nvSpPr>
      <dsp:spPr>
        <a:xfrm>
          <a:off x="406400" y="3749913"/>
          <a:ext cx="5689600" cy="1210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Объёмы хранимых данных велики</a:t>
          </a:r>
        </a:p>
      </dsp:txBody>
      <dsp:txXfrm>
        <a:off x="465483" y="3808996"/>
        <a:ext cx="5571434" cy="109215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0B4F5-57ED-46E9-A18D-3A2AD0AA6C5C}">
      <dsp:nvSpPr>
        <dsp:cNvPr id="0" name=""/>
        <dsp:cNvSpPr/>
      </dsp:nvSpPr>
      <dsp:spPr>
        <a:xfrm>
          <a:off x="0" y="101373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B8A68-065D-4EC8-8BDB-1DB4524763F2}">
      <dsp:nvSpPr>
        <dsp:cNvPr id="0" name=""/>
        <dsp:cNvSpPr/>
      </dsp:nvSpPr>
      <dsp:spPr>
        <a:xfrm>
          <a:off x="406400" y="83661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Абстракция от существующих ИС и имеющихся в наличие данных</a:t>
          </a:r>
        </a:p>
      </dsp:txBody>
      <dsp:txXfrm>
        <a:off x="423693" y="853906"/>
        <a:ext cx="5655014" cy="319654"/>
      </dsp:txXfrm>
    </dsp:sp>
    <dsp:sp modelId="{25279C27-708C-4BBD-A5B9-25D61A2022F1}">
      <dsp:nvSpPr>
        <dsp:cNvPr id="0" name=""/>
        <dsp:cNvSpPr/>
      </dsp:nvSpPr>
      <dsp:spPr>
        <a:xfrm>
          <a:off x="0" y="155805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445B6-6D07-45FB-A3A9-1FD18C6797A1}">
      <dsp:nvSpPr>
        <dsp:cNvPr id="0" name=""/>
        <dsp:cNvSpPr/>
      </dsp:nvSpPr>
      <dsp:spPr>
        <a:xfrm>
          <a:off x="406400" y="138093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Описание всех факторов, влияющие на анализируемый процесс/объект </a:t>
          </a:r>
        </a:p>
      </dsp:txBody>
      <dsp:txXfrm>
        <a:off x="423693" y="1398226"/>
        <a:ext cx="5655014" cy="319654"/>
      </dsp:txXfrm>
    </dsp:sp>
    <dsp:sp modelId="{F5FF0741-D2E0-4FBA-84CE-82A25CE93515}">
      <dsp:nvSpPr>
        <dsp:cNvPr id="0" name=""/>
        <dsp:cNvSpPr/>
      </dsp:nvSpPr>
      <dsp:spPr>
        <a:xfrm>
          <a:off x="0" y="210237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52B4D-C434-4238-A689-26AACB755CB0}">
      <dsp:nvSpPr>
        <dsp:cNvPr id="0" name=""/>
        <dsp:cNvSpPr/>
      </dsp:nvSpPr>
      <dsp:spPr>
        <a:xfrm>
          <a:off x="406400" y="192525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 err="1"/>
            <a:t>Экспертно</a:t>
          </a:r>
          <a:r>
            <a:rPr lang="ru-RU" sz="1200" kern="1200" dirty="0"/>
            <a:t> оценить значимость каждого фактора</a:t>
          </a:r>
        </a:p>
      </dsp:txBody>
      <dsp:txXfrm>
        <a:off x="423693" y="1942546"/>
        <a:ext cx="5655014" cy="319654"/>
      </dsp:txXfrm>
    </dsp:sp>
    <dsp:sp modelId="{69BB3869-3F15-4699-A6DB-4271AAEC2110}">
      <dsp:nvSpPr>
        <dsp:cNvPr id="0" name=""/>
        <dsp:cNvSpPr/>
      </dsp:nvSpPr>
      <dsp:spPr>
        <a:xfrm>
          <a:off x="0" y="264669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C8FE9-D9B2-445B-88AE-043DE0DE5C9C}">
      <dsp:nvSpPr>
        <dsp:cNvPr id="0" name=""/>
        <dsp:cNvSpPr/>
      </dsp:nvSpPr>
      <dsp:spPr>
        <a:xfrm>
          <a:off x="406400" y="246957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Определение способа представления информации</a:t>
          </a:r>
        </a:p>
      </dsp:txBody>
      <dsp:txXfrm>
        <a:off x="423693" y="2486866"/>
        <a:ext cx="5655014" cy="319654"/>
      </dsp:txXfrm>
    </dsp:sp>
    <dsp:sp modelId="{5AD48C48-CE0D-4C66-A758-429FCF7260C7}">
      <dsp:nvSpPr>
        <dsp:cNvPr id="0" name=""/>
        <dsp:cNvSpPr/>
      </dsp:nvSpPr>
      <dsp:spPr>
        <a:xfrm>
          <a:off x="0" y="319101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85F4D-B66F-4BEB-B6E5-4A7EDE133AE4}">
      <dsp:nvSpPr>
        <dsp:cNvPr id="0" name=""/>
        <dsp:cNvSpPr/>
      </dsp:nvSpPr>
      <dsp:spPr>
        <a:xfrm>
          <a:off x="406400" y="301389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Собрать легко доступные факторы</a:t>
          </a:r>
        </a:p>
      </dsp:txBody>
      <dsp:txXfrm>
        <a:off x="423693" y="3031186"/>
        <a:ext cx="5655014" cy="319654"/>
      </dsp:txXfrm>
    </dsp:sp>
    <dsp:sp modelId="{5A286EB7-0557-4AAA-9EDE-F3262D5660DD}">
      <dsp:nvSpPr>
        <dsp:cNvPr id="0" name=""/>
        <dsp:cNvSpPr/>
      </dsp:nvSpPr>
      <dsp:spPr>
        <a:xfrm>
          <a:off x="0" y="373533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405D7-34EB-41CA-9C4C-BE81185077DA}">
      <dsp:nvSpPr>
        <dsp:cNvPr id="0" name=""/>
        <dsp:cNvSpPr/>
      </dsp:nvSpPr>
      <dsp:spPr>
        <a:xfrm>
          <a:off x="406400" y="355821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Собрать значимые факторы</a:t>
          </a:r>
        </a:p>
      </dsp:txBody>
      <dsp:txXfrm>
        <a:off x="423693" y="3575506"/>
        <a:ext cx="5655014" cy="319654"/>
      </dsp:txXfrm>
    </dsp:sp>
    <dsp:sp modelId="{295A5AC8-2AC6-4EED-8B05-2501E7A10E02}">
      <dsp:nvSpPr>
        <dsp:cNvPr id="0" name=""/>
        <dsp:cNvSpPr/>
      </dsp:nvSpPr>
      <dsp:spPr>
        <a:xfrm>
          <a:off x="0" y="4279653"/>
          <a:ext cx="8128000" cy="302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62A80A5-0C95-47E3-BB3D-D3DCC4B5E21F}">
      <dsp:nvSpPr>
        <dsp:cNvPr id="0" name=""/>
        <dsp:cNvSpPr/>
      </dsp:nvSpPr>
      <dsp:spPr>
        <a:xfrm>
          <a:off x="406400" y="4102533"/>
          <a:ext cx="5689600" cy="35424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5053" tIns="0" rIns="215053" bIns="0" numCol="1" spcCol="1270" anchor="ctr" anchorCtr="0">
          <a:noAutofit/>
        </a:bodyPr>
        <a:lstStyle/>
        <a:p>
          <a:pPr marL="0" lvl="0" indent="0" algn="l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200" kern="1200" dirty="0"/>
            <a:t>Оценить сложность и стоимость сбора средних и наименее важных факторов </a:t>
          </a:r>
        </a:p>
      </dsp:txBody>
      <dsp:txXfrm>
        <a:off x="423693" y="4119826"/>
        <a:ext cx="5655014" cy="319654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0B4F5-57ED-46E9-A18D-3A2AD0AA6C5C}">
      <dsp:nvSpPr>
        <dsp:cNvPr id="0" name=""/>
        <dsp:cNvSpPr/>
      </dsp:nvSpPr>
      <dsp:spPr>
        <a:xfrm>
          <a:off x="0" y="707267"/>
          <a:ext cx="8249718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B8A68-065D-4EC8-8BDB-1DB4524763F2}">
      <dsp:nvSpPr>
        <dsp:cNvPr id="0" name=""/>
        <dsp:cNvSpPr/>
      </dsp:nvSpPr>
      <dsp:spPr>
        <a:xfrm>
          <a:off x="412485" y="471107"/>
          <a:ext cx="577480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74" tIns="0" rIns="21827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Получение из учетных систем</a:t>
          </a:r>
        </a:p>
      </dsp:txBody>
      <dsp:txXfrm>
        <a:off x="435542" y="494164"/>
        <a:ext cx="5728688" cy="426206"/>
      </dsp:txXfrm>
    </dsp:sp>
    <dsp:sp modelId="{25279C27-708C-4BBD-A5B9-25D61A2022F1}">
      <dsp:nvSpPr>
        <dsp:cNvPr id="0" name=""/>
        <dsp:cNvSpPr/>
      </dsp:nvSpPr>
      <dsp:spPr>
        <a:xfrm>
          <a:off x="0" y="1433027"/>
          <a:ext cx="8249718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445B6-6D07-45FB-A3A9-1FD18C6797A1}">
      <dsp:nvSpPr>
        <dsp:cNvPr id="0" name=""/>
        <dsp:cNvSpPr/>
      </dsp:nvSpPr>
      <dsp:spPr>
        <a:xfrm>
          <a:off x="357353" y="1196867"/>
          <a:ext cx="577480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74" tIns="0" rIns="21827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Получение из косвенных источников информации</a:t>
          </a:r>
        </a:p>
      </dsp:txBody>
      <dsp:txXfrm>
        <a:off x="380410" y="1219924"/>
        <a:ext cx="5728688" cy="426206"/>
      </dsp:txXfrm>
    </dsp:sp>
    <dsp:sp modelId="{F5FF0741-D2E0-4FBA-84CE-82A25CE93515}">
      <dsp:nvSpPr>
        <dsp:cNvPr id="0" name=""/>
        <dsp:cNvSpPr/>
      </dsp:nvSpPr>
      <dsp:spPr>
        <a:xfrm>
          <a:off x="0" y="2158787"/>
          <a:ext cx="8249718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52B4D-C434-4238-A689-26AACB755CB0}">
      <dsp:nvSpPr>
        <dsp:cNvPr id="0" name=""/>
        <dsp:cNvSpPr/>
      </dsp:nvSpPr>
      <dsp:spPr>
        <a:xfrm>
          <a:off x="412485" y="1922627"/>
          <a:ext cx="577480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74" tIns="0" rIns="21827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Использование открытых источников</a:t>
          </a:r>
        </a:p>
      </dsp:txBody>
      <dsp:txXfrm>
        <a:off x="435542" y="1945684"/>
        <a:ext cx="5728688" cy="426206"/>
      </dsp:txXfrm>
    </dsp:sp>
    <dsp:sp modelId="{69BB3869-3F15-4699-A6DB-4271AAEC2110}">
      <dsp:nvSpPr>
        <dsp:cNvPr id="0" name=""/>
        <dsp:cNvSpPr/>
      </dsp:nvSpPr>
      <dsp:spPr>
        <a:xfrm>
          <a:off x="0" y="2884547"/>
          <a:ext cx="8249718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C8FE9-D9B2-445B-88AE-043DE0DE5C9C}">
      <dsp:nvSpPr>
        <dsp:cNvPr id="0" name=""/>
        <dsp:cNvSpPr/>
      </dsp:nvSpPr>
      <dsp:spPr>
        <a:xfrm>
          <a:off x="412485" y="2648387"/>
          <a:ext cx="577480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74" tIns="0" rIns="21827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Приобретение данных из специализированных компаний</a:t>
          </a:r>
        </a:p>
      </dsp:txBody>
      <dsp:txXfrm>
        <a:off x="435542" y="2671444"/>
        <a:ext cx="5728688" cy="426206"/>
      </dsp:txXfrm>
    </dsp:sp>
    <dsp:sp modelId="{5AD48C48-CE0D-4C66-A758-429FCF7260C7}">
      <dsp:nvSpPr>
        <dsp:cNvPr id="0" name=""/>
        <dsp:cNvSpPr/>
      </dsp:nvSpPr>
      <dsp:spPr>
        <a:xfrm>
          <a:off x="0" y="3610307"/>
          <a:ext cx="8249718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85F4D-B66F-4BEB-B6E5-4A7EDE133AE4}">
      <dsp:nvSpPr>
        <dsp:cNvPr id="0" name=""/>
        <dsp:cNvSpPr/>
      </dsp:nvSpPr>
      <dsp:spPr>
        <a:xfrm>
          <a:off x="412485" y="3374147"/>
          <a:ext cx="577480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74" tIns="0" rIns="21827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Проведение собственных мероприятий по сбору данных</a:t>
          </a:r>
        </a:p>
      </dsp:txBody>
      <dsp:txXfrm>
        <a:off x="435542" y="3397204"/>
        <a:ext cx="5728688" cy="426206"/>
      </dsp:txXfrm>
    </dsp:sp>
    <dsp:sp modelId="{5A286EB7-0557-4AAA-9EDE-F3262D5660DD}">
      <dsp:nvSpPr>
        <dsp:cNvPr id="0" name=""/>
        <dsp:cNvSpPr/>
      </dsp:nvSpPr>
      <dsp:spPr>
        <a:xfrm>
          <a:off x="0" y="4336068"/>
          <a:ext cx="8249718" cy="4032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21405D7-34EB-41CA-9C4C-BE81185077DA}">
      <dsp:nvSpPr>
        <dsp:cNvPr id="0" name=""/>
        <dsp:cNvSpPr/>
      </dsp:nvSpPr>
      <dsp:spPr>
        <a:xfrm>
          <a:off x="412485" y="4099908"/>
          <a:ext cx="5774802" cy="472320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18274" tIns="0" rIns="218274" bIns="0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600" kern="1200" dirty="0"/>
            <a:t>Ввод данных вручную</a:t>
          </a:r>
        </a:p>
      </dsp:txBody>
      <dsp:txXfrm>
        <a:off x="435542" y="4122965"/>
        <a:ext cx="5728688" cy="426206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0E1FD8C-F3DC-4679-969A-526BDE01802B}">
      <dsp:nvSpPr>
        <dsp:cNvPr id="0" name=""/>
        <dsp:cNvSpPr/>
      </dsp:nvSpPr>
      <dsp:spPr>
        <a:xfrm>
          <a:off x="0" y="1644066"/>
          <a:ext cx="8763754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6B9BEFD9-7F22-4D99-83D2-D14878EAA2D9}">
      <dsp:nvSpPr>
        <dsp:cNvPr id="0" name=""/>
        <dsp:cNvSpPr/>
      </dsp:nvSpPr>
      <dsp:spPr>
        <a:xfrm>
          <a:off x="437759" y="31601"/>
          <a:ext cx="6184101" cy="1907665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874" tIns="0" rIns="23187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Временные ряды: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1. Если бизнес-процессы имеют сезонность/цикличность, то должны иметься данные хотя бы за один полный сезон/цикл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2. Прогнозирование зависит от объёма данных </a:t>
          </a:r>
        </a:p>
      </dsp:txBody>
      <dsp:txXfrm>
        <a:off x="530884" y="124726"/>
        <a:ext cx="5997851" cy="1721415"/>
      </dsp:txXfrm>
    </dsp:sp>
    <dsp:sp modelId="{FD0F4C00-13A7-4D51-92FA-836D7AE805AD}">
      <dsp:nvSpPr>
        <dsp:cNvPr id="0" name=""/>
        <dsp:cNvSpPr/>
      </dsp:nvSpPr>
      <dsp:spPr>
        <a:xfrm>
          <a:off x="0" y="3585180"/>
          <a:ext cx="8763754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30D90E2-1A59-4F56-A184-5EF0526C0AB0}">
      <dsp:nvSpPr>
        <dsp:cNvPr id="0" name=""/>
        <dsp:cNvSpPr/>
      </dsp:nvSpPr>
      <dsp:spPr>
        <a:xfrm>
          <a:off x="438187" y="2256066"/>
          <a:ext cx="6425286" cy="162431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874" tIns="0" rIns="23187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Неупорядоченные данные: 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1. Количество примеров должно быть минимум на один порядок больше количества факторов.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2. Данные покрывали больше ситуаций реального времени.</a:t>
          </a:r>
        </a:p>
      </dsp:txBody>
      <dsp:txXfrm>
        <a:off x="517479" y="2335358"/>
        <a:ext cx="6266702" cy="1465730"/>
      </dsp:txXfrm>
    </dsp:sp>
    <dsp:sp modelId="{EC7F823B-6EB8-4204-BE4F-53E693C275D4}">
      <dsp:nvSpPr>
        <dsp:cNvPr id="0" name=""/>
        <dsp:cNvSpPr/>
      </dsp:nvSpPr>
      <dsp:spPr>
        <a:xfrm>
          <a:off x="0" y="5231454"/>
          <a:ext cx="8763754" cy="5040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12E1DC8-B6E1-4DBE-A638-B75D48D65D07}">
      <dsp:nvSpPr>
        <dsp:cNvPr id="0" name=""/>
        <dsp:cNvSpPr/>
      </dsp:nvSpPr>
      <dsp:spPr>
        <a:xfrm>
          <a:off x="438187" y="4197180"/>
          <a:ext cx="6368909" cy="1329474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31874" tIns="0" rIns="231874" bIns="0" numCol="1" spcCol="1270" anchor="ctr" anchorCtr="0">
          <a:noAutofit/>
        </a:bodyPr>
        <a:lstStyle/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Транзакционные данные: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1. 300-500 объектов – от 10 тыс. транзакций</a:t>
          </a:r>
        </a:p>
        <a:p>
          <a:pPr marL="0" lvl="0" indent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2. 500-1000 объектов – более 300 тыс. транзакций</a:t>
          </a:r>
        </a:p>
      </dsp:txBody>
      <dsp:txXfrm>
        <a:off x="503087" y="4262080"/>
        <a:ext cx="6239109" cy="1199674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4830B4F5-57ED-46E9-A18D-3A2AD0AA6C5C}">
      <dsp:nvSpPr>
        <dsp:cNvPr id="0" name=""/>
        <dsp:cNvSpPr/>
      </dsp:nvSpPr>
      <dsp:spPr>
        <a:xfrm>
          <a:off x="0" y="354288"/>
          <a:ext cx="7650177" cy="554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2BB8A68-065D-4EC8-8BDB-1DB4524763F2}">
      <dsp:nvSpPr>
        <dsp:cNvPr id="0" name=""/>
        <dsp:cNvSpPr/>
      </dsp:nvSpPr>
      <dsp:spPr>
        <a:xfrm>
          <a:off x="382508" y="35582"/>
          <a:ext cx="4374922" cy="643426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11" tIns="0" rIns="202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Значительные объёмы данных</a:t>
          </a:r>
        </a:p>
      </dsp:txBody>
      <dsp:txXfrm>
        <a:off x="413917" y="66991"/>
        <a:ext cx="4312104" cy="580608"/>
      </dsp:txXfrm>
    </dsp:sp>
    <dsp:sp modelId="{25279C27-708C-4BBD-A5B9-25D61A2022F1}">
      <dsp:nvSpPr>
        <dsp:cNvPr id="0" name=""/>
        <dsp:cNvSpPr/>
      </dsp:nvSpPr>
      <dsp:spPr>
        <a:xfrm>
          <a:off x="0" y="1466458"/>
          <a:ext cx="7650177" cy="554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0A445B6-6D07-45FB-A3A9-1FD18C6797A1}">
      <dsp:nvSpPr>
        <dsp:cNvPr id="0" name=""/>
        <dsp:cNvSpPr/>
      </dsp:nvSpPr>
      <dsp:spPr>
        <a:xfrm>
          <a:off x="331382" y="1027488"/>
          <a:ext cx="4518385" cy="76368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11" tIns="0" rIns="202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Требования принятий решения в режиме реального времени</a:t>
          </a:r>
        </a:p>
      </dsp:txBody>
      <dsp:txXfrm>
        <a:off x="368662" y="1064768"/>
        <a:ext cx="4443825" cy="689129"/>
      </dsp:txXfrm>
    </dsp:sp>
    <dsp:sp modelId="{F5FF0741-D2E0-4FBA-84CE-82A25CE93515}">
      <dsp:nvSpPr>
        <dsp:cNvPr id="0" name=""/>
        <dsp:cNvSpPr/>
      </dsp:nvSpPr>
      <dsp:spPr>
        <a:xfrm>
          <a:off x="0" y="2302277"/>
          <a:ext cx="7650177" cy="554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3252B4D-C434-4238-A689-26AACB755CB0}">
      <dsp:nvSpPr>
        <dsp:cNvPr id="0" name=""/>
        <dsp:cNvSpPr/>
      </dsp:nvSpPr>
      <dsp:spPr>
        <a:xfrm>
          <a:off x="382508" y="2139658"/>
          <a:ext cx="4411069" cy="48733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11" tIns="0" rIns="202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Разнородный характер данных</a:t>
          </a:r>
        </a:p>
      </dsp:txBody>
      <dsp:txXfrm>
        <a:off x="406298" y="2163448"/>
        <a:ext cx="4363489" cy="439759"/>
      </dsp:txXfrm>
    </dsp:sp>
    <dsp:sp modelId="{69BB3869-3F15-4699-A6DB-4271AAEC2110}">
      <dsp:nvSpPr>
        <dsp:cNvPr id="0" name=""/>
        <dsp:cNvSpPr/>
      </dsp:nvSpPr>
      <dsp:spPr>
        <a:xfrm>
          <a:off x="0" y="3495776"/>
          <a:ext cx="7650177" cy="554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D5C8FE9-D9B2-445B-88AE-043DE0DE5C9C}">
      <dsp:nvSpPr>
        <dsp:cNvPr id="0" name=""/>
        <dsp:cNvSpPr/>
      </dsp:nvSpPr>
      <dsp:spPr>
        <a:xfrm>
          <a:off x="382508" y="2975477"/>
          <a:ext cx="5108092" cy="845018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11" tIns="0" rIns="202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Потребность в создании средств автоматического выделения и анализа зависимостей</a:t>
          </a:r>
        </a:p>
      </dsp:txBody>
      <dsp:txXfrm>
        <a:off x="423758" y="3016727"/>
        <a:ext cx="5025592" cy="762518"/>
      </dsp:txXfrm>
    </dsp:sp>
    <dsp:sp modelId="{5AD48C48-CE0D-4C66-A758-429FCF7260C7}">
      <dsp:nvSpPr>
        <dsp:cNvPr id="0" name=""/>
        <dsp:cNvSpPr/>
      </dsp:nvSpPr>
      <dsp:spPr>
        <a:xfrm>
          <a:off x="0" y="4344156"/>
          <a:ext cx="7650177" cy="554400"/>
        </a:xfrm>
        <a:prstGeom prst="rect">
          <a:avLst/>
        </a:prstGeom>
        <a:solidFill>
          <a:schemeClr val="accent1">
            <a:alpha val="90000"/>
            <a:tint val="40000"/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4185F4D-B66F-4BEB-B6E5-4A7EDE133AE4}">
      <dsp:nvSpPr>
        <dsp:cNvPr id="0" name=""/>
        <dsp:cNvSpPr/>
      </dsp:nvSpPr>
      <dsp:spPr>
        <a:xfrm>
          <a:off x="382508" y="4168976"/>
          <a:ext cx="4454392" cy="499899"/>
        </a:xfrm>
        <a:prstGeom prst="roundRect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202411" tIns="0" rIns="202411" bIns="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1800" kern="1200" dirty="0"/>
            <a:t>Сложный характер объекта управления</a:t>
          </a:r>
        </a:p>
      </dsp:txBody>
      <dsp:txXfrm>
        <a:off x="406911" y="4193379"/>
        <a:ext cx="4405586" cy="451093"/>
      </dsp:txXfrm>
    </dsp:sp>
  </dsp:spTree>
</dsp:drawing>
</file>

<file path=ppt/diagrams/drawing7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E6D30534-FA5B-4172-AE5A-7143AD703D4F}">
      <dsp:nvSpPr>
        <dsp:cNvPr id="0" name=""/>
        <dsp:cNvSpPr/>
      </dsp:nvSpPr>
      <dsp:spPr>
        <a:xfrm>
          <a:off x="261792" y="2465415"/>
          <a:ext cx="2092544" cy="627997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Получение данных</a:t>
          </a:r>
        </a:p>
      </dsp:txBody>
      <dsp:txXfrm>
        <a:off x="280185" y="2483808"/>
        <a:ext cx="2055758" cy="591211"/>
      </dsp:txXfrm>
    </dsp:sp>
    <dsp:sp modelId="{2A570748-67D3-43A2-93DF-B6AA0831E3A7}">
      <dsp:nvSpPr>
        <dsp:cNvPr id="0" name=""/>
        <dsp:cNvSpPr/>
      </dsp:nvSpPr>
      <dsp:spPr>
        <a:xfrm>
          <a:off x="2464054" y="2589454"/>
          <a:ext cx="152141" cy="379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2464054" y="2665438"/>
        <a:ext cx="106499" cy="227951"/>
      </dsp:txXfrm>
    </dsp:sp>
    <dsp:sp modelId="{899FCF75-CF9D-4A9F-A499-FD2C669BB6D7}">
      <dsp:nvSpPr>
        <dsp:cNvPr id="0" name=""/>
        <dsp:cNvSpPr/>
      </dsp:nvSpPr>
      <dsp:spPr>
        <a:xfrm>
          <a:off x="2715091" y="2442809"/>
          <a:ext cx="1935398" cy="67320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Очистка данных</a:t>
          </a:r>
        </a:p>
      </dsp:txBody>
      <dsp:txXfrm>
        <a:off x="2734809" y="2462527"/>
        <a:ext cx="1895962" cy="633773"/>
      </dsp:txXfrm>
    </dsp:sp>
    <dsp:sp modelId="{C3385FE0-46F5-44A2-999C-EE735056A7B6}">
      <dsp:nvSpPr>
        <dsp:cNvPr id="0" name=""/>
        <dsp:cNvSpPr/>
      </dsp:nvSpPr>
      <dsp:spPr>
        <a:xfrm>
          <a:off x="4803683" y="2589454"/>
          <a:ext cx="324769" cy="379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4803683" y="2665438"/>
        <a:ext cx="227338" cy="227951"/>
      </dsp:txXfrm>
    </dsp:sp>
    <dsp:sp modelId="{D76767D3-C766-49A2-8446-D01676524842}">
      <dsp:nvSpPr>
        <dsp:cNvPr id="0" name=""/>
        <dsp:cNvSpPr/>
      </dsp:nvSpPr>
      <dsp:spPr>
        <a:xfrm>
          <a:off x="5263263" y="2407057"/>
          <a:ext cx="2041347" cy="744713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Преобразование данных</a:t>
          </a:r>
        </a:p>
      </dsp:txBody>
      <dsp:txXfrm>
        <a:off x="5285075" y="2428869"/>
        <a:ext cx="1997723" cy="701089"/>
      </dsp:txXfrm>
    </dsp:sp>
    <dsp:sp modelId="{4EA7D5BB-D863-4108-AB72-F61310CE41CE}">
      <dsp:nvSpPr>
        <dsp:cNvPr id="0" name=""/>
        <dsp:cNvSpPr/>
      </dsp:nvSpPr>
      <dsp:spPr>
        <a:xfrm>
          <a:off x="7457803" y="2589454"/>
          <a:ext cx="324769" cy="379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7457803" y="2665438"/>
        <a:ext cx="227338" cy="227951"/>
      </dsp:txXfrm>
    </dsp:sp>
    <dsp:sp modelId="{4B1A7663-63DC-4711-823C-514F7753CD87}">
      <dsp:nvSpPr>
        <dsp:cNvPr id="0" name=""/>
        <dsp:cNvSpPr/>
      </dsp:nvSpPr>
      <dsp:spPr>
        <a:xfrm>
          <a:off x="7917383" y="2460279"/>
          <a:ext cx="1828592" cy="638269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Data Mining</a:t>
          </a:r>
          <a:endParaRPr lang="ru-RU" sz="2000" kern="1200" dirty="0"/>
        </a:p>
      </dsp:txBody>
      <dsp:txXfrm>
        <a:off x="7936077" y="2478973"/>
        <a:ext cx="1791204" cy="600881"/>
      </dsp:txXfrm>
    </dsp:sp>
    <dsp:sp modelId="{A29594DB-C833-4180-9682-D77E98945F5F}">
      <dsp:nvSpPr>
        <dsp:cNvPr id="0" name=""/>
        <dsp:cNvSpPr/>
      </dsp:nvSpPr>
      <dsp:spPr>
        <a:xfrm>
          <a:off x="9838414" y="2589454"/>
          <a:ext cx="195969" cy="379919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ru-RU" sz="1800" kern="1200"/>
        </a:p>
      </dsp:txBody>
      <dsp:txXfrm>
        <a:off x="9838414" y="2665438"/>
        <a:ext cx="137178" cy="227951"/>
      </dsp:txXfrm>
    </dsp:sp>
    <dsp:sp modelId="{928F48DF-C6B1-461A-B3F7-3BCF5338C4AE}">
      <dsp:nvSpPr>
        <dsp:cNvPr id="0" name=""/>
        <dsp:cNvSpPr/>
      </dsp:nvSpPr>
      <dsp:spPr>
        <a:xfrm>
          <a:off x="10115729" y="2473281"/>
          <a:ext cx="1898923" cy="612264"/>
        </a:xfrm>
        <a:prstGeom prst="roundRect">
          <a:avLst>
            <a:gd name="adj" fmla="val 10000"/>
          </a:avLst>
        </a:prstGeom>
        <a:solidFill>
          <a:schemeClr val="lt1">
            <a:hueOff val="0"/>
            <a:satOff val="0"/>
            <a:lumOff val="0"/>
            <a:alphaOff val="0"/>
          </a:schemeClr>
        </a:solidFill>
        <a:ln w="15875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6200" tIns="76200" rIns="76200" bIns="762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ru-RU" sz="2000" kern="1200" dirty="0"/>
            <a:t>Интерпретация</a:t>
          </a:r>
        </a:p>
      </dsp:txBody>
      <dsp:txXfrm>
        <a:off x="10133662" y="2491214"/>
        <a:ext cx="1863057" cy="57639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05/8/layout/list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horzAlign" val="l"/>
          <dgm:param type="nodeHorzAlign" val="l"/>
        </dgm:alg>
      </dgm:if>
      <dgm:else name="Name2">
        <dgm:alg type="lin">
          <dgm:param type="linDir" val="fromT"/>
          <dgm:param type="vertAlign" val="mid"/>
          <dgm:param type="horzAlign" val="r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horzAlign" val="l"/>
              <dgm:param type="nodeHorzAlign" val="l"/>
            </dgm:alg>
          </dgm:if>
          <dgm:else name="Name6">
            <dgm:alg type="lin">
              <dgm:param type="linDir" val="fromR"/>
              <dgm:param type="horzAlign" val="r"/>
              <dgm:param type="node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layout7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7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AF4E231-09DF-4F00-9A61-515548C0BCA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ru-RU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6666F2F-1D26-4DD3-95E5-9ABCADE24EE5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3333895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6932A33-E158-4D7E-8999-4AD2675CF5F7}" type="slidenum">
              <a:rPr lang="ru-RU" smtClean="0"/>
              <a:pPr/>
              <a:t>2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64660596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3860962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7431417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7605532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0853034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97649444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54250240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40699730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2191476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18399460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2048122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86153849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xmlns="" val="280211529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01168428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10920479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chemeClr val="bg2">
                <a:lumMod val="60000"/>
                <a:lumOff val="40000"/>
              </a:schemeClr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372393331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60327432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2158718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 amt="70000"/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71B6780D-23B9-493C-966D-7958DF5FD8D5}" type="datetimeFigureOut">
              <a:rPr lang="ru-RU" smtClean="0"/>
              <a:pPr/>
              <a:t>16.09.2026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FE127E9B-BBE4-4E50-9A54-F1C3828757CE}" type="slidenum">
              <a:rPr lang="ru-RU" smtClean="0"/>
              <a:pPr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xmlns="" val="860479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3" r:id="rId1"/>
    <p:sldLayoutId id="2147483734" r:id="rId2"/>
    <p:sldLayoutId id="2147483735" r:id="rId3"/>
    <p:sldLayoutId id="2147483736" r:id="rId4"/>
    <p:sldLayoutId id="2147483737" r:id="rId5"/>
    <p:sldLayoutId id="2147483738" r:id="rId6"/>
    <p:sldLayoutId id="2147483739" r:id="rId7"/>
    <p:sldLayoutId id="2147483740" r:id="rId8"/>
    <p:sldLayoutId id="2147483741" r:id="rId9"/>
    <p:sldLayoutId id="2147483742" r:id="rId10"/>
    <p:sldLayoutId id="2147483743" r:id="rId11"/>
    <p:sldLayoutId id="2147483744" r:id="rId12"/>
    <p:sldLayoutId id="2147483745" r:id="rId13"/>
    <p:sldLayoutId id="2147483746" r:id="rId14"/>
    <p:sldLayoutId id="2147483747" r:id="rId15"/>
    <p:sldLayoutId id="2147483748" r:id="rId16"/>
    <p:sldLayoutId id="214748374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png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8.png"/><Relationship Id="rId2" Type="http://schemas.openxmlformats.org/officeDocument/2006/relationships/image" Target="../media/image37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png"/><Relationship Id="rId2" Type="http://schemas.openxmlformats.org/officeDocument/2006/relationships/image" Target="../media/image39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png"/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3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6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7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7.xml"/><Relationship Id="rId2" Type="http://schemas.openxmlformats.org/officeDocument/2006/relationships/diagramData" Target="../diagrams/data7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7.xml"/><Relationship Id="rId5" Type="http://schemas.openxmlformats.org/officeDocument/2006/relationships/diagramColors" Target="../diagrams/colors7.xml"/><Relationship Id="rId4" Type="http://schemas.openxmlformats.org/officeDocument/2006/relationships/diagramQuickStyle" Target="../diagrams/quickStyle7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9.png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1.png"/><Relationship Id="rId2" Type="http://schemas.openxmlformats.org/officeDocument/2006/relationships/image" Target="../media/image50.png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3.png"/><Relationship Id="rId2" Type="http://schemas.openxmlformats.org/officeDocument/2006/relationships/image" Target="../media/image52.png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png"/><Relationship Id="rId2" Type="http://schemas.openxmlformats.org/officeDocument/2006/relationships/image" Target="../media/image54.png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png"/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8.png"/><Relationship Id="rId2" Type="http://schemas.openxmlformats.org/officeDocument/2006/relationships/image" Target="../media/image5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59.pn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1.png"/><Relationship Id="rId2" Type="http://schemas.openxmlformats.org/officeDocument/2006/relationships/image" Target="../media/image60.png"/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3.png"/><Relationship Id="rId2" Type="http://schemas.openxmlformats.org/officeDocument/2006/relationships/image" Target="../media/image62.png"/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4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6.png"/><Relationship Id="rId2" Type="http://schemas.openxmlformats.org/officeDocument/2006/relationships/image" Target="../media/image6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4976270-6E4C-9373-2DAD-BE7F6E02D506}"/>
              </a:ext>
            </a:extLst>
          </p:cNvPr>
          <p:cNvSpPr txBox="1"/>
          <p:nvPr/>
        </p:nvSpPr>
        <p:spPr>
          <a:xfrm>
            <a:off x="2100406" y="2082300"/>
            <a:ext cx="7659231" cy="12311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АНАЛИТИКА ДАННЫХ </a:t>
            </a:r>
            <a:r>
              <a:rPr lang="en-US" sz="2800" b="1" dirty="0">
                <a:latin typeface="Arial Black" panose="020B0A04020102020204" pitchFamily="34" charset="0"/>
                <a:cs typeface="Arial" panose="020B0604020202020204" pitchFamily="34" charset="0"/>
              </a:rPr>
              <a:t>LOW-CODE</a:t>
            </a:r>
          </a:p>
          <a:p>
            <a:endParaRPr lang="ru-RU" sz="2800" b="1" dirty="0">
              <a:latin typeface="Arial Black" panose="020B0A04020102020204" pitchFamily="34" charset="0"/>
              <a:cs typeface="Arial" panose="020B0604020202020204" pitchFamily="34" charset="0"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xmlns="" val="30620532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4041F9C-E5BD-1EAD-5A22-B349AD1D9633}"/>
              </a:ext>
            </a:extLst>
          </p:cNvPr>
          <p:cNvSpPr txBox="1"/>
          <p:nvPr/>
        </p:nvSpPr>
        <p:spPr>
          <a:xfrm>
            <a:off x="2688879" y="425512"/>
            <a:ext cx="562220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Анализ данных</a:t>
            </a:r>
          </a:p>
        </p:txBody>
      </p:sp>
      <p:sp>
        <p:nvSpPr>
          <p:cNvPr id="2" name="Прямоугольник 1">
            <a:extLst>
              <a:ext uri="{FF2B5EF4-FFF2-40B4-BE49-F238E27FC236}">
                <a16:creationId xmlns:a16="http://schemas.microsoft.com/office/drawing/2014/main" xmlns="" id="{F07944AB-5B55-CEAE-9640-8B66DBF445EF}"/>
              </a:ext>
            </a:extLst>
          </p:cNvPr>
          <p:cNvSpPr/>
          <p:nvPr/>
        </p:nvSpPr>
        <p:spPr>
          <a:xfrm>
            <a:off x="7894620" y="1892684"/>
            <a:ext cx="4069533" cy="213384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ru-RU" dirty="0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xmlns="" id="{0E3F468B-31BC-1BB2-A939-4497B9EB8C24}"/>
              </a:ext>
            </a:extLst>
          </p:cNvPr>
          <p:cNvSpPr txBox="1"/>
          <p:nvPr/>
        </p:nvSpPr>
        <p:spPr>
          <a:xfrm>
            <a:off x="7962520" y="1965111"/>
            <a:ext cx="393373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Анализ данных – процесс исследования, фильтрации, преобразования и моделирования данных с целью извлечения полезной информации и принятий решения.</a:t>
            </a:r>
          </a:p>
        </p:txBody>
      </p:sp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64ADF49E-E577-7F93-3214-ED11C39886D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6598" y="1638677"/>
            <a:ext cx="7602221" cy="2842788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545CCE8-ACAE-8B04-DF8C-323A6FBECC67}"/>
              </a:ext>
            </a:extLst>
          </p:cNvPr>
          <p:cNvSpPr txBox="1"/>
          <p:nvPr/>
        </p:nvSpPr>
        <p:spPr>
          <a:xfrm>
            <a:off x="2371843" y="4481465"/>
            <a:ext cx="31717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Эволюция анализа данных </a:t>
            </a:r>
          </a:p>
        </p:txBody>
      </p:sp>
    </p:spTree>
    <p:extLst>
      <p:ext uri="{BB962C8B-B14F-4D97-AF65-F5344CB8AC3E}">
        <p14:creationId xmlns:p14="http://schemas.microsoft.com/office/powerpoint/2010/main" xmlns="" val="23843308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1CA0AAE-C8BE-8ECB-2852-224A4E5C0B4A}"/>
              </a:ext>
            </a:extLst>
          </p:cNvPr>
          <p:cNvSpPr txBox="1"/>
          <p:nvPr/>
        </p:nvSpPr>
        <p:spPr>
          <a:xfrm>
            <a:off x="2553076" y="389298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Анализ данных (прикладная математика)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3AC680F-2517-3238-B141-0338A613011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48143" y="1276411"/>
            <a:ext cx="9432569" cy="3929393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835DA945-91CA-7DB4-4B3E-2479543BC7C7}"/>
              </a:ext>
            </a:extLst>
          </p:cNvPr>
          <p:cNvSpPr txBox="1"/>
          <p:nvPr/>
        </p:nvSpPr>
        <p:spPr>
          <a:xfrm>
            <a:off x="3583093" y="5212257"/>
            <a:ext cx="4537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Классификация прикладной математики</a:t>
            </a:r>
          </a:p>
        </p:txBody>
      </p:sp>
    </p:spTree>
    <p:extLst>
      <p:ext uri="{BB962C8B-B14F-4D97-AF65-F5344CB8AC3E}">
        <p14:creationId xmlns:p14="http://schemas.microsoft.com/office/powerpoint/2010/main" xmlns="" val="153603372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D1B9257-E391-2177-4245-535C7DA4099C}"/>
              </a:ext>
            </a:extLst>
          </p:cNvPr>
          <p:cNvSpPr txBox="1"/>
          <p:nvPr/>
        </p:nvSpPr>
        <p:spPr>
          <a:xfrm>
            <a:off x="1765425" y="479833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Модель и моделирование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0F3ADA9-2440-C9FC-7BEB-E0A67487298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5863" y="1167198"/>
            <a:ext cx="10346771" cy="2261802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BC11BDF3-2457-F934-DA2D-21CAFC9B8C3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05863" y="3654700"/>
            <a:ext cx="10346771" cy="21243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4050177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8FFBF0-407C-3767-7828-02BBEAFBBD59}"/>
              </a:ext>
            </a:extLst>
          </p:cNvPr>
          <p:cNvSpPr txBox="1"/>
          <p:nvPr/>
        </p:nvSpPr>
        <p:spPr>
          <a:xfrm>
            <a:off x="2157742" y="226336"/>
            <a:ext cx="7876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Процесс анализа в вычислительной математике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9780FEC-E490-DBAB-FE08-E1118CBFBDC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05345" y="1680768"/>
            <a:ext cx="10628769" cy="285501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4B86BA88-E801-7706-56E3-639CA018914B}"/>
              </a:ext>
            </a:extLst>
          </p:cNvPr>
          <p:cNvSpPr txBox="1"/>
          <p:nvPr/>
        </p:nvSpPr>
        <p:spPr>
          <a:xfrm>
            <a:off x="3488834" y="4535786"/>
            <a:ext cx="546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Процесс анализа в вычислительной математике</a:t>
            </a:r>
          </a:p>
        </p:txBody>
      </p:sp>
    </p:spTree>
    <p:extLst>
      <p:ext uri="{BB962C8B-B14F-4D97-AF65-F5344CB8AC3E}">
        <p14:creationId xmlns:p14="http://schemas.microsoft.com/office/powerpoint/2010/main" xmlns="" val="42394207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111201A-F7B4-784E-2CEC-00BF2A47B1F5}"/>
              </a:ext>
            </a:extLst>
          </p:cNvPr>
          <p:cNvSpPr txBox="1"/>
          <p:nvPr/>
        </p:nvSpPr>
        <p:spPr>
          <a:xfrm>
            <a:off x="2157742" y="416459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Концепция анализа данных Дж. </a:t>
            </a:r>
            <a:r>
              <a:rPr lang="ru-RU" sz="2400" dirty="0" err="1">
                <a:latin typeface="Arial Black" panose="020B0A04020102020204" pitchFamily="34" charset="0"/>
                <a:cs typeface="Arial" panose="020B0604020202020204" pitchFamily="34" charset="0"/>
              </a:rPr>
              <a:t>Тьюки</a:t>
            </a:r>
            <a:endParaRPr lang="ru-RU" sz="2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F4AC5F8D-DBFB-C968-26DD-32AB9FCEA0E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28656" y="1149852"/>
            <a:ext cx="2696763" cy="483002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072E905-AD84-95B8-928D-97C90D9DD4A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181068" y="1149852"/>
            <a:ext cx="7721222" cy="48300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93609264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6015D54-3B4D-E55D-FA3D-CCD52C16257A}"/>
              </a:ext>
            </a:extLst>
          </p:cNvPr>
          <p:cNvSpPr txBox="1"/>
          <p:nvPr/>
        </p:nvSpPr>
        <p:spPr>
          <a:xfrm>
            <a:off x="2157742" y="416459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Этапы анализа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793072F-E15F-D4B9-1544-F9DDF7022CF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51984" y="968720"/>
            <a:ext cx="3209423" cy="5558921"/>
          </a:xfrm>
          <a:prstGeom prst="rect">
            <a:avLst/>
          </a:prstGeom>
        </p:spPr>
      </p:pic>
      <p:sp>
        <p:nvSpPr>
          <p:cNvPr id="11" name="Прямоугольник 10">
            <a:extLst>
              <a:ext uri="{FF2B5EF4-FFF2-40B4-BE49-F238E27FC236}">
                <a16:creationId xmlns:a16="http://schemas.microsoft.com/office/drawing/2014/main" xmlns="" id="{27DE80B8-415C-E02E-444C-9537E7A18770}"/>
              </a:ext>
            </a:extLst>
          </p:cNvPr>
          <p:cNvSpPr/>
          <p:nvPr/>
        </p:nvSpPr>
        <p:spPr>
          <a:xfrm>
            <a:off x="5558825" y="1612027"/>
            <a:ext cx="5939075" cy="303240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r>
              <a:rPr lang="ru-RU" b="1" dirty="0"/>
              <a:t>Разведочный анализ </a:t>
            </a:r>
            <a:r>
              <a:rPr lang="ru-RU" dirty="0"/>
              <a:t>предназначен для выявления внутренних вероятностных и геометрических закономерностей в данных. </a:t>
            </a:r>
            <a:r>
              <a:rPr lang="ru-RU" b="1" dirty="0"/>
              <a:t>Подтверждающий анализ </a:t>
            </a:r>
            <a:r>
              <a:rPr lang="ru-RU" dirty="0"/>
              <a:t>ставит задачу проверки соответствия сформулированных гипотез полученным эмпирическим данным. Вычисляются итоговые статистические оценки моделей и определяются их погрешности. </a:t>
            </a:r>
            <a:r>
              <a:rPr lang="ru-RU" b="1" dirty="0"/>
              <a:t>Итоговый анализ </a:t>
            </a:r>
            <a:r>
              <a:rPr lang="ru-RU" dirty="0"/>
              <a:t>проводит экспертный анализ результатов и их обобщения. </a:t>
            </a:r>
          </a:p>
        </p:txBody>
      </p:sp>
    </p:spTree>
    <p:extLst>
      <p:ext uri="{BB962C8B-B14F-4D97-AF65-F5344CB8AC3E}">
        <p14:creationId xmlns:p14="http://schemas.microsoft.com/office/powerpoint/2010/main" xmlns="" val="10157356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31F3DE1-AE75-97CE-2FD2-D61F59D6A9F3}"/>
              </a:ext>
            </a:extLst>
          </p:cNvPr>
          <p:cNvSpPr txBox="1"/>
          <p:nvPr/>
        </p:nvSpPr>
        <p:spPr>
          <a:xfrm>
            <a:off x="2157742" y="552261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Процесс анализа данных по Дж. </a:t>
            </a:r>
            <a:r>
              <a:rPr lang="ru-RU" sz="2400" dirty="0" err="1">
                <a:latin typeface="Arial Black" panose="020B0A04020102020204" pitchFamily="34" charset="0"/>
                <a:cs typeface="Arial" panose="020B0604020202020204" pitchFamily="34" charset="0"/>
              </a:rPr>
              <a:t>Тьюки</a:t>
            </a:r>
            <a:endParaRPr lang="ru-RU" sz="2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DEBC9791-7BAB-4F81-D7D1-9C1B0080CD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0491" y="1948025"/>
            <a:ext cx="10911583" cy="240063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E71EFD28-CF1E-89BB-4A72-59B53F9BAF6C}"/>
              </a:ext>
            </a:extLst>
          </p:cNvPr>
          <p:cNvSpPr txBox="1"/>
          <p:nvPr/>
        </p:nvSpPr>
        <p:spPr>
          <a:xfrm>
            <a:off x="3485387" y="4436198"/>
            <a:ext cx="546178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Процесс анализа данных по Дж.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Тьюки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4516413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C96FB6F-B7D4-95A7-8C13-384D6A39957D}"/>
              </a:ext>
            </a:extLst>
          </p:cNvPr>
          <p:cNvSpPr txBox="1"/>
          <p:nvPr/>
        </p:nvSpPr>
        <p:spPr>
          <a:xfrm>
            <a:off x="2157742" y="552261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Современные понятия анализа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3C1017E-B84D-08BC-E5CF-0DE0F2DF03C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00148" y="1359184"/>
            <a:ext cx="4241807" cy="4480301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5BF0D3CE-DBE6-26C6-530F-7FB1FD54735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484042" y="2384983"/>
            <a:ext cx="6511802" cy="20880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70538656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26477A8-ACED-FD82-61AD-999B72F67366}"/>
              </a:ext>
            </a:extLst>
          </p:cNvPr>
          <p:cNvSpPr txBox="1"/>
          <p:nvPr/>
        </p:nvSpPr>
        <p:spPr>
          <a:xfrm>
            <a:off x="2157742" y="552261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Современные понятия анализа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1081612-C385-2D8D-DEED-671BA13308D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64692" y="1130053"/>
            <a:ext cx="3147835" cy="517568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EC096EA-ADA7-F722-760E-C1F7F212E2E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22733" y="2182435"/>
            <a:ext cx="7163800" cy="22577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06452310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4AE93AAE-CDCD-16FD-EBE0-F1E3629F6867}"/>
              </a:ext>
            </a:extLst>
          </p:cNvPr>
          <p:cNvSpPr txBox="1"/>
          <p:nvPr/>
        </p:nvSpPr>
        <p:spPr>
          <a:xfrm>
            <a:off x="2157742" y="552261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Аналитика данных как процесс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2AF96AE6-3003-8467-4A5C-3ADBC1BF6E4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3455351" y="1717091"/>
            <a:ext cx="5192276" cy="3423818"/>
          </a:xfrm>
          <a:prstGeom prst="rect">
            <a:avLst/>
          </a:prstGeom>
        </p:spPr>
      </p:pic>
      <p:cxnSp>
        <p:nvCxnSpPr>
          <p:cNvPr id="8" name="Прямая соединительная линия 7">
            <a:extLst>
              <a:ext uri="{FF2B5EF4-FFF2-40B4-BE49-F238E27FC236}">
                <a16:creationId xmlns:a16="http://schemas.microsoft.com/office/drawing/2014/main" xmlns="" id="{A2BF4354-215E-1A85-E557-2381936726E1}"/>
              </a:ext>
            </a:extLst>
          </p:cNvPr>
          <p:cNvCxnSpPr>
            <a:cxnSpLocks/>
          </p:cNvCxnSpPr>
          <p:nvPr/>
        </p:nvCxnSpPr>
        <p:spPr>
          <a:xfrm flipH="1" flipV="1">
            <a:off x="2770360" y="2218099"/>
            <a:ext cx="876679" cy="54169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>
            <a:extLst>
              <a:ext uri="{FF2B5EF4-FFF2-40B4-BE49-F238E27FC236}">
                <a16:creationId xmlns:a16="http://schemas.microsoft.com/office/drawing/2014/main" xmlns="" id="{1A170956-8D62-E2E0-5A61-E3D9F3387DAA}"/>
              </a:ext>
            </a:extLst>
          </p:cNvPr>
          <p:cNvCxnSpPr>
            <a:cxnSpLocks/>
          </p:cNvCxnSpPr>
          <p:nvPr/>
        </p:nvCxnSpPr>
        <p:spPr>
          <a:xfrm flipH="1">
            <a:off x="2589291" y="4332145"/>
            <a:ext cx="1167897" cy="924260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5" name="Прямая соединительная линия 14">
            <a:extLst>
              <a:ext uri="{FF2B5EF4-FFF2-40B4-BE49-F238E27FC236}">
                <a16:creationId xmlns:a16="http://schemas.microsoft.com/office/drawing/2014/main" xmlns="" id="{F36F424A-CDD1-A9B1-374E-08FB14C679A6}"/>
              </a:ext>
            </a:extLst>
          </p:cNvPr>
          <p:cNvCxnSpPr>
            <a:cxnSpLocks/>
          </p:cNvCxnSpPr>
          <p:nvPr/>
        </p:nvCxnSpPr>
        <p:spPr>
          <a:xfrm flipH="1">
            <a:off x="8544962" y="1955549"/>
            <a:ext cx="1015498" cy="804249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cxnSp>
        <p:nvCxnSpPr>
          <p:cNvPr id="17" name="Прямая соединительная линия 16">
            <a:extLst>
              <a:ext uri="{FF2B5EF4-FFF2-40B4-BE49-F238E27FC236}">
                <a16:creationId xmlns:a16="http://schemas.microsoft.com/office/drawing/2014/main" xmlns="" id="{71E86767-5586-3531-EA4B-0FA15570CA4B}"/>
              </a:ext>
            </a:extLst>
          </p:cNvPr>
          <p:cNvCxnSpPr>
            <a:cxnSpLocks/>
          </p:cNvCxnSpPr>
          <p:nvPr/>
        </p:nvCxnSpPr>
        <p:spPr>
          <a:xfrm flipH="1" flipV="1">
            <a:off x="8544962" y="3938257"/>
            <a:ext cx="983462" cy="720557"/>
          </a:xfrm>
          <a:prstGeom prst="line">
            <a:avLst/>
          </a:prstGeom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06037114-87F2-7EC8-DD0F-352F9DC6D73F}"/>
              </a:ext>
            </a:extLst>
          </p:cNvPr>
          <p:cNvSpPr txBox="1"/>
          <p:nvPr/>
        </p:nvSpPr>
        <p:spPr>
          <a:xfrm>
            <a:off x="132782" y="1333743"/>
            <a:ext cx="3049510" cy="175432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Эксперт – специалист в предметной области, научившийся решать задачи, относящийся к определенной предметной области.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FB255ADC-B505-3A59-7F84-79521339F719}"/>
              </a:ext>
            </a:extLst>
          </p:cNvPr>
          <p:cNvSpPr txBox="1"/>
          <p:nvPr/>
        </p:nvSpPr>
        <p:spPr>
          <a:xfrm>
            <a:off x="214264" y="5256405"/>
            <a:ext cx="3049510" cy="92333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Аналитик – специалист в области анализа и моделирования. 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xmlns="" id="{FE6D37F1-D3ED-27B9-B80D-640FDC18A87E}"/>
              </a:ext>
            </a:extLst>
          </p:cNvPr>
          <p:cNvSpPr txBox="1"/>
          <p:nvPr/>
        </p:nvSpPr>
        <p:spPr>
          <a:xfrm>
            <a:off x="8736650" y="1116926"/>
            <a:ext cx="3081546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Гипотеза – предположение о влиянии какого-либо фактора или группы факторов на результат.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xmlns="" id="{352728E1-DA8B-DEF0-0FAF-CAF009EB0562}"/>
              </a:ext>
            </a:extLst>
          </p:cNvPr>
          <p:cNvSpPr txBox="1"/>
          <p:nvPr/>
        </p:nvSpPr>
        <p:spPr>
          <a:xfrm>
            <a:off x="8736650" y="4402245"/>
            <a:ext cx="3400625" cy="147732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Входят функции координации всех участников проекта, решение спорных вопросов, планирование и контроль проекта</a:t>
            </a:r>
          </a:p>
        </p:txBody>
      </p:sp>
    </p:spTree>
    <p:extLst>
      <p:ext uri="{BB962C8B-B14F-4D97-AF65-F5344CB8AC3E}">
        <p14:creationId xmlns:p14="http://schemas.microsoft.com/office/powerpoint/2010/main" xmlns="" val="325473712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29E1377-AEA0-133D-3DE3-B9F77B219A6A}"/>
              </a:ext>
            </a:extLst>
          </p:cNvPr>
          <p:cNvSpPr txBox="1"/>
          <p:nvPr/>
        </p:nvSpPr>
        <p:spPr>
          <a:xfrm>
            <a:off x="2157742" y="321428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Принципы анализа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FA5D237-CD3A-3900-6979-ADE7EB3D88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87375" y="1078284"/>
            <a:ext cx="4798336" cy="5227455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6F0D4257-99D3-4FCD-04D9-74287629F159}"/>
              </a:ext>
            </a:extLst>
          </p:cNvPr>
          <p:cNvSpPr txBox="1"/>
          <p:nvPr/>
        </p:nvSpPr>
        <p:spPr>
          <a:xfrm>
            <a:off x="6944008" y="2384410"/>
            <a:ext cx="3820562" cy="153574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dirty="0"/>
              <a:t>Извлечение и визуализация данных соответствует этап разведочного анализа данных. Построение и использование моделей – подтверждающий анализ.</a:t>
            </a:r>
          </a:p>
        </p:txBody>
      </p:sp>
    </p:spTree>
    <p:extLst>
      <p:ext uri="{BB962C8B-B14F-4D97-AF65-F5344CB8AC3E}">
        <p14:creationId xmlns:p14="http://schemas.microsoft.com/office/powerpoint/2010/main" xmlns="" val="269465672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8A08A4F-9037-78AD-F140-CC1320F2482C}"/>
              </a:ext>
            </a:extLst>
          </p:cNvPr>
          <p:cNvSpPr txBox="1"/>
          <p:nvPr/>
        </p:nvSpPr>
        <p:spPr>
          <a:xfrm>
            <a:off x="1958566" y="122251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Визуализация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DDBE3093-40A9-BA42-8C0B-D26F497C606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1439" y="1187508"/>
            <a:ext cx="4203824" cy="46610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D8D64D5-6D42-190B-3A9E-41F6C619F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43292" y="680515"/>
            <a:ext cx="6187804" cy="2506304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8D08C4E7-BD62-41FB-25DD-E531D1A60C5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343292" y="3283418"/>
            <a:ext cx="4149843" cy="34948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84603537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F46DF00-D43A-5D48-DCFA-24CB6701BB61}"/>
              </a:ext>
            </a:extLst>
          </p:cNvPr>
          <p:cNvSpPr txBox="1"/>
          <p:nvPr/>
        </p:nvSpPr>
        <p:spPr>
          <a:xfrm>
            <a:off x="1958566" y="122251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Визуализация (Примеры)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6227F81-2358-5309-1EA4-C29756B9344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4729" y="1079395"/>
            <a:ext cx="10397905" cy="4231424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5EEEE26-1715-C433-9AA1-8C911D4706E9}"/>
              </a:ext>
            </a:extLst>
          </p:cNvPr>
          <p:cNvSpPr txBox="1"/>
          <p:nvPr/>
        </p:nvSpPr>
        <p:spPr>
          <a:xfrm>
            <a:off x="4870765" y="5310819"/>
            <a:ext cx="29604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Столбчатая диаграмма </a:t>
            </a:r>
          </a:p>
        </p:txBody>
      </p:sp>
    </p:spTree>
    <p:extLst>
      <p:ext uri="{BB962C8B-B14F-4D97-AF65-F5344CB8AC3E}">
        <p14:creationId xmlns:p14="http://schemas.microsoft.com/office/powerpoint/2010/main" xmlns="" val="364599953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25D5DD7-C292-365F-916F-F5B398C2C8B9}"/>
              </a:ext>
            </a:extLst>
          </p:cNvPr>
          <p:cNvSpPr txBox="1"/>
          <p:nvPr/>
        </p:nvSpPr>
        <p:spPr>
          <a:xfrm>
            <a:off x="1958566" y="230892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Этапы моделирования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CE3889E1-9582-4AAC-9B76-6B4C7AEA00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146749" y="887240"/>
            <a:ext cx="5121266" cy="550536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083C16A3-CEF3-A058-F541-0F2F33D6FFE0}"/>
              </a:ext>
            </a:extLst>
          </p:cNvPr>
          <p:cNvSpPr txBox="1"/>
          <p:nvPr/>
        </p:nvSpPr>
        <p:spPr>
          <a:xfrm>
            <a:off x="6609053" y="1239263"/>
            <a:ext cx="4979382" cy="4801314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Формулировка цели моделирования</a:t>
            </a:r>
          </a:p>
          <a:p>
            <a:r>
              <a:rPr lang="ru-RU" dirty="0"/>
              <a:t>При формировании модели следует отталкиваться от задачи, которую можно рассматривать как получение ответа на интересующий заказчика вопрос. </a:t>
            </a:r>
          </a:p>
          <a:p>
            <a:r>
              <a:rPr lang="ru-RU" b="1" dirty="0"/>
              <a:t>Подготовка и сбор данных</a:t>
            </a:r>
          </a:p>
          <a:p>
            <a:r>
              <a:rPr lang="ru-RU" dirty="0"/>
              <a:t>Аналитика опирается на использование данных.</a:t>
            </a:r>
          </a:p>
          <a:p>
            <a:r>
              <a:rPr lang="ru-RU" b="1" dirty="0"/>
              <a:t>Поиск модели</a:t>
            </a:r>
          </a:p>
          <a:p>
            <a:r>
              <a:rPr lang="ru-RU" dirty="0"/>
              <a:t>Объясняет имеющийся данные, позволяет добиться эмпирически обоснованных ответов на вопросы.</a:t>
            </a:r>
          </a:p>
          <a:p>
            <a:r>
              <a:rPr lang="ru-RU" b="1" dirty="0"/>
              <a:t>Проверка модели</a:t>
            </a:r>
          </a:p>
          <a:p>
            <a:r>
              <a:rPr lang="ru-RU" dirty="0"/>
              <a:t>Если построенная модель показывает приемлемые результаты, то её запускают в эксплуатацию.</a:t>
            </a:r>
          </a:p>
          <a:p>
            <a:r>
              <a:rPr lang="ru-RU" dirty="0"/>
              <a:t>Если качество модели неудовлетворительно, то процесс построения повторяется. </a:t>
            </a:r>
          </a:p>
        </p:txBody>
      </p:sp>
    </p:spTree>
    <p:extLst>
      <p:ext uri="{BB962C8B-B14F-4D97-AF65-F5344CB8AC3E}">
        <p14:creationId xmlns:p14="http://schemas.microsoft.com/office/powerpoint/2010/main" xmlns="" val="49455327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CA5C9F1-91F1-DF14-2BB3-7BCFE867C2E4}"/>
              </a:ext>
            </a:extLst>
          </p:cNvPr>
          <p:cNvSpPr txBox="1"/>
          <p:nvPr/>
        </p:nvSpPr>
        <p:spPr>
          <a:xfrm>
            <a:off x="2157742" y="155829"/>
            <a:ext cx="787651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Методология </a:t>
            </a:r>
            <a:r>
              <a:rPr lang="en-US" sz="2400" dirty="0">
                <a:latin typeface="Arial Black" panose="020B0A04020102020204" pitchFamily="34" charset="0"/>
                <a:cs typeface="Arial" panose="020B0604020202020204" pitchFamily="34" charset="0"/>
              </a:rPr>
              <a:t>CRISP-DM (</a:t>
            </a:r>
            <a:r>
              <a:rPr lang="en-US" sz="2400" dirty="0" err="1">
                <a:latin typeface="Arial Black" panose="020B0A04020102020204" pitchFamily="34" charset="0"/>
                <a:cs typeface="Arial" panose="020B0604020202020204" pitchFamily="34" charset="0"/>
              </a:rPr>
              <a:t>CRoss</a:t>
            </a:r>
            <a:r>
              <a:rPr lang="en-US" sz="2400" dirty="0">
                <a:latin typeface="Arial Black" panose="020B0A04020102020204" pitchFamily="34" charset="0"/>
                <a:cs typeface="Arial" panose="020B0604020202020204" pitchFamily="34" charset="0"/>
              </a:rPr>
              <a:t> Industry Standard Process for Data Mining)</a:t>
            </a:r>
            <a:endParaRPr lang="ru-RU" sz="2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5AB8D6A0-4941-7AE2-4C70-484B8E128CF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58195" y="1077360"/>
            <a:ext cx="5127813" cy="535531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CFE7E2E3-63E1-BD15-624E-8C6B176B75F9}"/>
              </a:ext>
            </a:extLst>
          </p:cNvPr>
          <p:cNvSpPr txBox="1"/>
          <p:nvPr/>
        </p:nvSpPr>
        <p:spPr>
          <a:xfrm>
            <a:off x="5792720" y="1077360"/>
            <a:ext cx="6228762" cy="5355312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Понимание бизнеса</a:t>
            </a:r>
          </a:p>
          <a:p>
            <a:r>
              <a:rPr lang="ru-RU" dirty="0"/>
              <a:t>Первый этап посвящен определению целей и требованию проекта к результату с точки зрения бизнеса.</a:t>
            </a:r>
          </a:p>
          <a:p>
            <a:r>
              <a:rPr lang="ru-RU" b="1" dirty="0"/>
              <a:t>Понимание данных</a:t>
            </a:r>
          </a:p>
          <a:p>
            <a:r>
              <a:rPr lang="ru-RU" dirty="0"/>
              <a:t>Понимание структур данных, обнаружение интересных подмножеств для формирования гипотез.</a:t>
            </a:r>
          </a:p>
          <a:p>
            <a:r>
              <a:rPr lang="ru-RU" b="1" dirty="0"/>
              <a:t>Подготовка данных</a:t>
            </a:r>
          </a:p>
          <a:p>
            <a:r>
              <a:rPr lang="ru-RU" dirty="0"/>
              <a:t>Получение итоговых наборов данных, которые будут использоваться при моделировании.</a:t>
            </a:r>
          </a:p>
          <a:p>
            <a:r>
              <a:rPr lang="ru-RU" b="1" dirty="0"/>
              <a:t>Моделирование</a:t>
            </a:r>
          </a:p>
          <a:p>
            <a:r>
              <a:rPr lang="ru-RU" dirty="0"/>
              <a:t>Выбор методов и алгоритмов моделирования, построение модели, настраивание параметров на оптимальные значения.</a:t>
            </a:r>
          </a:p>
          <a:p>
            <a:r>
              <a:rPr lang="ru-RU" b="1" dirty="0"/>
              <a:t>Оценка</a:t>
            </a:r>
          </a:p>
          <a:p>
            <a:r>
              <a:rPr lang="ru-RU" dirty="0"/>
              <a:t>Модель построена и получены оценки количественные оценки её качества.</a:t>
            </a:r>
          </a:p>
          <a:p>
            <a:r>
              <a:rPr lang="ru-RU" b="1" dirty="0"/>
              <a:t>Развертывание</a:t>
            </a:r>
          </a:p>
          <a:p>
            <a:r>
              <a:rPr lang="ru-RU" dirty="0"/>
              <a:t>Составление отчёта или встраивание модели в бизнес-процесс.</a:t>
            </a:r>
          </a:p>
        </p:txBody>
      </p:sp>
    </p:spTree>
    <p:extLst>
      <p:ext uri="{BB962C8B-B14F-4D97-AF65-F5344CB8AC3E}">
        <p14:creationId xmlns:p14="http://schemas.microsoft.com/office/powerpoint/2010/main" xmlns="" val="132796996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7547797-E6DF-0D1B-A9CA-0AB5CFCEF0C0}"/>
              </a:ext>
            </a:extLst>
          </p:cNvPr>
          <p:cNvSpPr txBox="1"/>
          <p:nvPr/>
        </p:nvSpPr>
        <p:spPr>
          <a:xfrm>
            <a:off x="2157742" y="155829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 Преимущества </a:t>
            </a:r>
            <a:r>
              <a:rPr lang="en-US" sz="2400" dirty="0">
                <a:latin typeface="Arial Black" panose="020B0A04020102020204" pitchFamily="34" charset="0"/>
                <a:cs typeface="Arial" panose="020B0604020202020204" pitchFamily="34" charset="0"/>
              </a:rPr>
              <a:t>CRISP-DM</a:t>
            </a:r>
            <a:endParaRPr lang="ru-RU" sz="2400" dirty="0">
              <a:latin typeface="Arial Black" panose="020B0A040201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9E7D2282-D0D9-A7D9-7E4E-B29460E6A410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2380515579"/>
              </p:ext>
            </p:extLst>
          </p:nvPr>
        </p:nvGraphicFramePr>
        <p:xfrm>
          <a:off x="2460530" y="1260653"/>
          <a:ext cx="7362479" cy="404467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834613027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A1970A6-F986-7629-6662-9FC7AAC6E4E2}"/>
              </a:ext>
            </a:extLst>
          </p:cNvPr>
          <p:cNvSpPr txBox="1"/>
          <p:nvPr/>
        </p:nvSpPr>
        <p:spPr>
          <a:xfrm>
            <a:off x="1813711" y="255417"/>
            <a:ext cx="7876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 Формы представления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60B3F29-4274-478A-7162-054A5A851E3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9255" y="889098"/>
            <a:ext cx="4490518" cy="5496692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A0253946-C5CE-FB52-D083-AB39B15FACE3}"/>
              </a:ext>
            </a:extLst>
          </p:cNvPr>
          <p:cNvSpPr txBox="1"/>
          <p:nvPr/>
        </p:nvSpPr>
        <p:spPr>
          <a:xfrm>
            <a:off x="5815342" y="2100401"/>
            <a:ext cx="6228762" cy="2031325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ru-RU" b="1" dirty="0"/>
              <a:t>Структурированные данные </a:t>
            </a:r>
            <a:r>
              <a:rPr lang="ru-RU" dirty="0"/>
              <a:t>– данные, определённым образом упорядоченные и организованные с целью применения к ним некоторых действий.</a:t>
            </a:r>
          </a:p>
          <a:p>
            <a:r>
              <a:rPr lang="ru-RU" b="1" dirty="0"/>
              <a:t>Неструктурированные данные – </a:t>
            </a:r>
            <a:r>
              <a:rPr lang="ru-RU" dirty="0"/>
              <a:t>данные в произвольной форме (графики, текст, мультимедиа).</a:t>
            </a:r>
          </a:p>
          <a:p>
            <a:r>
              <a:rPr lang="ru-RU" b="1" dirty="0"/>
              <a:t>Слабоструктурированные данные </a:t>
            </a:r>
            <a:r>
              <a:rPr lang="ru-RU" dirty="0"/>
              <a:t>– данные, для которых определены правила и форматы, но в общем виде.</a:t>
            </a:r>
          </a:p>
        </p:txBody>
      </p:sp>
    </p:spTree>
    <p:extLst>
      <p:ext uri="{BB962C8B-B14F-4D97-AF65-F5344CB8AC3E}">
        <p14:creationId xmlns:p14="http://schemas.microsoft.com/office/powerpoint/2010/main" xmlns="" val="16800510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A9663EE8-0963-6978-F583-E36707F45697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(структурированные)</a:t>
            </a:r>
            <a:endParaRPr lang="ru-RU" dirty="0"/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B8CFB94A-89D1-5944-49CF-C84CEE6246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11985" y="1050201"/>
            <a:ext cx="5240668" cy="5313454"/>
          </a:xfrm>
          <a:prstGeom prst="rect">
            <a:avLst/>
          </a:prstGeom>
        </p:spPr>
      </p:pic>
      <p:pic>
        <p:nvPicPr>
          <p:cNvPr id="9" name="Рисунок 8">
            <a:extLst>
              <a:ext uri="{FF2B5EF4-FFF2-40B4-BE49-F238E27FC236}">
                <a16:creationId xmlns:a16="http://schemas.microsoft.com/office/drawing/2014/main" xmlns="" id="{5A7FE206-3D6A-7A6B-A88D-795E2FD4F40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6239349" y="2347595"/>
            <a:ext cx="5699536" cy="21628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968878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F7C6B507-FCC3-3574-230E-270EBA65E3CD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(типы данных)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97AA02A-43E2-805F-CA9E-EF317870B15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0201" y="1530378"/>
            <a:ext cx="10335506" cy="3944787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DA71083B-2F26-442A-9A66-D7E2B5602BBD}"/>
              </a:ext>
            </a:extLst>
          </p:cNvPr>
          <p:cNvSpPr txBox="1"/>
          <p:nvPr/>
        </p:nvSpPr>
        <p:spPr>
          <a:xfrm>
            <a:off x="5406914" y="5475165"/>
            <a:ext cx="16220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Типы данных</a:t>
            </a:r>
          </a:p>
        </p:txBody>
      </p:sp>
    </p:spTree>
    <p:extLst>
      <p:ext uri="{BB962C8B-B14F-4D97-AF65-F5344CB8AC3E}">
        <p14:creationId xmlns:p14="http://schemas.microsoft.com/office/powerpoint/2010/main" xmlns="" val="3852025595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D7CFFD7-AB3A-3B8B-BB9A-1C0B92AD1579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(номинальные переменные)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E025AD7-4BB2-F68F-829A-B3136DFAE35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13357" y="1119766"/>
            <a:ext cx="9078592" cy="18481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8A6223D0-D5DA-0DDA-4AA5-95E291191BE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65841" y="3213757"/>
            <a:ext cx="11060317" cy="25244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69375834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09B495A-3CFC-FCDE-158C-1EDD40F49D50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(ординальные переменные)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39FF9CF-FE74-9D72-9714-48B3C6E819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40478" y="1204591"/>
            <a:ext cx="9964541" cy="18957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F0758871-C178-E5BE-2137-FA3984B2ED3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59255" y="3332311"/>
            <a:ext cx="10244937" cy="284671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73104525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23559E9-BDFE-D09A-2120-443EDA687228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(числовые переменные)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CDE37B4-0CB7-82B7-6796-B43D8F4EC2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349025" y="1134833"/>
            <a:ext cx="7493950" cy="499298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360742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6547F22-6B1E-7E23-86B4-304EE6789DF3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(дискретные переменные)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877B7B2-0B19-EB44-56C6-98BD1A525FD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147336" y="1053160"/>
            <a:ext cx="7897327" cy="489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519730601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31F4A80-122D-5E39-3827-9E8264A5429F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(непрерывные переменные)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CF698AC6-49F4-8F28-C67F-7AEF133E1AE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450693" y="1380770"/>
            <a:ext cx="9005424" cy="426859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950279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7C8EFFCB-D4C9-51CA-7C2A-7CF8D4CB7DDA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(Характеры типов данных)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35372E86-2394-74E9-5181-8BAE46EFBE9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90761" y="1320377"/>
            <a:ext cx="8639051" cy="3746029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xmlns="" id="{501769FA-4750-647A-4BC3-4FE6F2DF21F8}"/>
              </a:ext>
            </a:extLst>
          </p:cNvPr>
          <p:cNvSpPr txBox="1"/>
          <p:nvPr/>
        </p:nvSpPr>
        <p:spPr>
          <a:xfrm>
            <a:off x="4963293" y="5066406"/>
            <a:ext cx="35944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Характеры типов данных</a:t>
            </a:r>
          </a:p>
        </p:txBody>
      </p:sp>
    </p:spTree>
    <p:extLst>
      <p:ext uri="{BB962C8B-B14F-4D97-AF65-F5344CB8AC3E}">
        <p14:creationId xmlns:p14="http://schemas.microsoft.com/office/powerpoint/2010/main" xmlns="" val="184591349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F9F8A51-9486-1C4F-EDCB-0A165E6E9CCD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(Упорядоченный тип)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6D27DF7-E247-031A-86AE-F6B7318BBC0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824720" y="1158844"/>
            <a:ext cx="8360429" cy="338287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3D797C2F-4CD3-F2EB-0AAF-119282740AB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1718" y="4716856"/>
            <a:ext cx="10248564" cy="14388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18855452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xmlns="" id="{99885CD7-DC06-A4D8-8E1E-040C14429C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6614C871-7325-E522-3BC6-4A77999AB31C}"/>
              </a:ext>
            </a:extLst>
          </p:cNvPr>
          <p:cNvSpPr txBox="1"/>
          <p:nvPr/>
        </p:nvSpPr>
        <p:spPr>
          <a:xfrm>
            <a:off x="2903899" y="240847"/>
            <a:ext cx="609750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Формы представления данных (Неупорядоченный тип)</a:t>
            </a:r>
            <a:endParaRPr lang="ru-RU" dirty="0"/>
          </a:p>
        </p:txBody>
      </p:sp>
      <p:pic>
        <p:nvPicPr>
          <p:cNvPr id="3" name="Рисунок 2">
            <a:extLst>
              <a:ext uri="{FF2B5EF4-FFF2-40B4-BE49-F238E27FC236}">
                <a16:creationId xmlns:a16="http://schemas.microsoft.com/office/drawing/2014/main" xmlns="" id="{4C63E2C7-4B21-4616-2B24-88ED372AA27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7545" y="1176076"/>
            <a:ext cx="10810836" cy="2849181"/>
          </a:xfrm>
          <a:prstGeom prst="rect">
            <a:avLst/>
          </a:prstGeom>
        </p:spPr>
      </p:pic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260B47B4-3CCC-3695-D566-EE0CFAB7D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37545" y="4314155"/>
            <a:ext cx="10810836" cy="12095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97429076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217DC18-079A-C535-9FC1-50905E895D34}"/>
              </a:ext>
            </a:extLst>
          </p:cNvPr>
          <p:cNvSpPr txBox="1"/>
          <p:nvPr/>
        </p:nvSpPr>
        <p:spPr>
          <a:xfrm>
            <a:off x="2704722" y="25895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Подготовка данных к анализу</a:t>
            </a:r>
            <a:endParaRPr lang="ru-RU" dirty="0"/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65A3E1AE-1B32-5AD2-3487-1CF6D05F9E0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57781" y="1090286"/>
            <a:ext cx="4143953" cy="467742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91860E8D-50F3-FC30-4EB2-69531CE4FA5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14711" y="1090286"/>
            <a:ext cx="7426397" cy="45324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675263000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BFE6C54-16DD-6E9A-7244-F47E9875D716}"/>
              </a:ext>
            </a:extLst>
          </p:cNvPr>
          <p:cNvSpPr txBox="1"/>
          <p:nvPr/>
        </p:nvSpPr>
        <p:spPr>
          <a:xfrm>
            <a:off x="2704722" y="258954"/>
            <a:ext cx="60975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1800" dirty="0">
                <a:latin typeface="Arial Black" panose="020B0A04020102020204" pitchFamily="34" charset="0"/>
                <a:cs typeface="Arial" panose="020B0604020202020204" pitchFamily="34" charset="0"/>
              </a:rPr>
              <a:t>Особенности бизнес-данных</a:t>
            </a:r>
            <a:endParaRPr lang="ru-RU" dirty="0"/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FA65D1E6-8799-61BE-0207-99E38C1D71E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023277458"/>
              </p:ext>
            </p:extLst>
          </p:nvPr>
        </p:nvGraphicFramePr>
        <p:xfrm>
          <a:off x="2032000" y="90978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80118510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01C351C-7CBB-51C4-9458-810A07E68CCF}"/>
              </a:ext>
            </a:extLst>
          </p:cNvPr>
          <p:cNvSpPr txBox="1"/>
          <p:nvPr/>
        </p:nvSpPr>
        <p:spPr>
          <a:xfrm>
            <a:off x="2704722" y="258954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Принципы сбора данных</a:t>
            </a:r>
            <a:endParaRPr lang="ru-RU" sz="2400" dirty="0"/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BD190FF8-F89A-2BB5-F389-74A43D8F153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181178882"/>
              </p:ext>
            </p:extLst>
          </p:nvPr>
        </p:nvGraphicFramePr>
        <p:xfrm>
          <a:off x="2149695" y="882629"/>
          <a:ext cx="8128000" cy="541866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3190834034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B3284E9-F751-BDFE-6E05-E0607D9C1898}"/>
              </a:ext>
            </a:extLst>
          </p:cNvPr>
          <p:cNvSpPr txBox="1"/>
          <p:nvPr/>
        </p:nvSpPr>
        <p:spPr>
          <a:xfrm>
            <a:off x="2704722" y="258954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dirty="0">
                <a:latin typeface="Arial Black" panose="020B0A04020102020204" pitchFamily="34" charset="0"/>
                <a:cs typeface="Arial" panose="020B0604020202020204" pitchFamily="34" charset="0"/>
              </a:rPr>
              <a:t>Методы сбора, необходимые для анализа данных</a:t>
            </a:r>
            <a:endParaRPr lang="ru-RU" sz="2400" dirty="0"/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xmlns="" id="{E2DFBA69-648D-EEB8-EF9A-62565A4A5EC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389728487"/>
              </p:ext>
            </p:extLst>
          </p:nvPr>
        </p:nvGraphicFramePr>
        <p:xfrm>
          <a:off x="1792587" y="1113577"/>
          <a:ext cx="8249718" cy="521037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92364912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D9498D1-D88C-FF32-CED3-254A68FCEBA6}"/>
              </a:ext>
            </a:extLst>
          </p:cNvPr>
          <p:cNvSpPr txBox="1"/>
          <p:nvPr/>
        </p:nvSpPr>
        <p:spPr>
          <a:xfrm>
            <a:off x="2460278" y="268008"/>
            <a:ext cx="8096062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3200" b="1" dirty="0"/>
              <a:t>Типы </a:t>
            </a:r>
            <a:r>
              <a:rPr lang="ru-RU" sz="3200" b="1" dirty="0" err="1"/>
              <a:t>неиформативных</a:t>
            </a:r>
            <a:r>
              <a:rPr lang="ru-RU" sz="3200" b="1" dirty="0"/>
              <a:t> признаков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43C78A4-4FD7-409A-C549-2D85A550E7B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93408" y="990794"/>
            <a:ext cx="9150759" cy="4440810"/>
          </a:xfrm>
          <a:prstGeom prst="rect">
            <a:avLst/>
          </a:prstGeom>
        </p:spPr>
      </p:pic>
      <p:cxnSp>
        <p:nvCxnSpPr>
          <p:cNvPr id="8" name="Прямая со стрелкой 7">
            <a:extLst>
              <a:ext uri="{FF2B5EF4-FFF2-40B4-BE49-F238E27FC236}">
                <a16:creationId xmlns:a16="http://schemas.microsoft.com/office/drawing/2014/main" xmlns="" id="{80079A18-9669-AD84-25CB-058EF24D0ECD}"/>
              </a:ext>
            </a:extLst>
          </p:cNvPr>
          <p:cNvCxnSpPr/>
          <p:nvPr/>
        </p:nvCxnSpPr>
        <p:spPr>
          <a:xfrm>
            <a:off x="2562131" y="5431603"/>
            <a:ext cx="0" cy="516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xmlns="" id="{4D7208ED-91C5-476E-F9EE-B42DB9956771}"/>
              </a:ext>
            </a:extLst>
          </p:cNvPr>
          <p:cNvSpPr txBox="1"/>
          <p:nvPr/>
        </p:nvSpPr>
        <p:spPr>
          <a:xfrm>
            <a:off x="1757612" y="5867206"/>
            <a:ext cx="18087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Одно значение</a:t>
            </a:r>
          </a:p>
        </p:txBody>
      </p:sp>
      <p:cxnSp>
        <p:nvCxnSpPr>
          <p:cNvPr id="10" name="Прямая со стрелкой 9">
            <a:extLst>
              <a:ext uri="{FF2B5EF4-FFF2-40B4-BE49-F238E27FC236}">
                <a16:creationId xmlns:a16="http://schemas.microsoft.com/office/drawing/2014/main" xmlns="" id="{C4C3CCE8-08F6-7C98-90B4-44A8DD9F5483}"/>
              </a:ext>
            </a:extLst>
          </p:cNvPr>
          <p:cNvCxnSpPr>
            <a:cxnSpLocks/>
          </p:cNvCxnSpPr>
          <p:nvPr/>
        </p:nvCxnSpPr>
        <p:spPr>
          <a:xfrm>
            <a:off x="4570491" y="5431603"/>
            <a:ext cx="0" cy="51652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86E75273-C93B-4CAF-794D-56D1E4B5BC5E}"/>
              </a:ext>
            </a:extLst>
          </p:cNvPr>
          <p:cNvSpPr txBox="1"/>
          <p:nvPr/>
        </p:nvSpPr>
        <p:spPr>
          <a:xfrm>
            <a:off x="3893988" y="5867206"/>
            <a:ext cx="173726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В основном одно значение</a:t>
            </a:r>
          </a:p>
        </p:txBody>
      </p:sp>
      <p:cxnSp>
        <p:nvCxnSpPr>
          <p:cNvPr id="13" name="Прямая со стрелкой 12">
            <a:extLst>
              <a:ext uri="{FF2B5EF4-FFF2-40B4-BE49-F238E27FC236}">
                <a16:creationId xmlns:a16="http://schemas.microsoft.com/office/drawing/2014/main" xmlns="" id="{938AF011-0384-7DC2-F3EC-CAD9E2534BCB}"/>
              </a:ext>
            </a:extLst>
          </p:cNvPr>
          <p:cNvCxnSpPr>
            <a:cxnSpLocks/>
          </p:cNvCxnSpPr>
          <p:nvPr/>
        </p:nvCxnSpPr>
        <p:spPr>
          <a:xfrm>
            <a:off x="6523398" y="5431602"/>
            <a:ext cx="0" cy="43560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CD7EEEDA-017F-B5E9-6616-D1923C46F5D6}"/>
              </a:ext>
            </a:extLst>
          </p:cNvPr>
          <p:cNvSpPr txBox="1"/>
          <p:nvPr/>
        </p:nvSpPr>
        <p:spPr>
          <a:xfrm>
            <a:off x="5958931" y="5867205"/>
            <a:ext cx="18087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С уникальными значениями</a:t>
            </a:r>
          </a:p>
        </p:txBody>
      </p:sp>
      <p:cxnSp>
        <p:nvCxnSpPr>
          <p:cNvPr id="15" name="Прямая со стрелкой 14">
            <a:extLst>
              <a:ext uri="{FF2B5EF4-FFF2-40B4-BE49-F238E27FC236}">
                <a16:creationId xmlns:a16="http://schemas.microsoft.com/office/drawing/2014/main" xmlns="" id="{9864FE7E-F413-A46E-D31A-10AE04FB54BA}"/>
              </a:ext>
            </a:extLst>
          </p:cNvPr>
          <p:cNvCxnSpPr>
            <a:cxnSpLocks/>
          </p:cNvCxnSpPr>
          <p:nvPr/>
        </p:nvCxnSpPr>
        <p:spPr>
          <a:xfrm>
            <a:off x="8866737" y="5431601"/>
            <a:ext cx="0" cy="4356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B7332490-C294-A896-5B29-1F1BFE4E10AF}"/>
              </a:ext>
            </a:extLst>
          </p:cNvPr>
          <p:cNvSpPr txBox="1"/>
          <p:nvPr/>
        </p:nvSpPr>
        <p:spPr>
          <a:xfrm>
            <a:off x="8234885" y="5728706"/>
            <a:ext cx="21995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/>
              <a:t>Причинно-следственная связь</a:t>
            </a:r>
          </a:p>
        </p:txBody>
      </p:sp>
    </p:spTree>
    <p:extLst>
      <p:ext uri="{BB962C8B-B14F-4D97-AF65-F5344CB8AC3E}">
        <p14:creationId xmlns:p14="http://schemas.microsoft.com/office/powerpoint/2010/main" xmlns="" val="35591777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CA0FEC74-BB08-C1E9-8BA6-9F71F8E6A04E}"/>
              </a:ext>
            </a:extLst>
          </p:cNvPr>
          <p:cNvSpPr txBox="1"/>
          <p:nvPr/>
        </p:nvSpPr>
        <p:spPr>
          <a:xfrm>
            <a:off x="2695668" y="104115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Требования к данным для моделирования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F1A87D8C-DAFF-6901-062B-1E318B9A37B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3543675330"/>
              </p:ext>
            </p:extLst>
          </p:nvPr>
        </p:nvGraphicFramePr>
        <p:xfrm>
          <a:off x="1783533" y="986829"/>
          <a:ext cx="8763754" cy="576705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1393859871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1333A3E-7392-1AB3-87D6-F26B7EF0216B}"/>
              </a:ext>
            </a:extLst>
          </p:cNvPr>
          <p:cNvSpPr txBox="1"/>
          <p:nvPr/>
        </p:nvSpPr>
        <p:spPr>
          <a:xfrm>
            <a:off x="2876737" y="276131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Технологии аналитики данных</a:t>
            </a:r>
          </a:p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(Новые подходы)</a:t>
            </a:r>
          </a:p>
        </p:txBody>
      </p:sp>
      <p:graphicFrame>
        <p:nvGraphicFramePr>
          <p:cNvPr id="5" name="Схема 4">
            <a:extLst>
              <a:ext uri="{FF2B5EF4-FFF2-40B4-BE49-F238E27FC236}">
                <a16:creationId xmlns:a16="http://schemas.microsoft.com/office/drawing/2014/main" xmlns="" id="{26583025-9D7F-3C19-3A0C-C67B33BC3D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908574002"/>
              </p:ext>
            </p:extLst>
          </p:nvPr>
        </p:nvGraphicFramePr>
        <p:xfrm>
          <a:off x="2091352" y="1412340"/>
          <a:ext cx="7650177" cy="493413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45768221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8C48CCA1-112E-675E-7D0C-A9379FB1CF0D}"/>
              </a:ext>
            </a:extLst>
          </p:cNvPr>
          <p:cNvSpPr txBox="1"/>
          <p:nvPr/>
        </p:nvSpPr>
        <p:spPr>
          <a:xfrm>
            <a:off x="2876737" y="276131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Особенности задач нового типа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7E63ADC6-B21D-B26D-8E09-D82017D2854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601026" y="1003638"/>
            <a:ext cx="9116697" cy="50680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325494812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1731A0A-88BD-46A1-8AD6-C4E52728BB73}"/>
              </a:ext>
            </a:extLst>
          </p:cNvPr>
          <p:cNvSpPr txBox="1"/>
          <p:nvPr/>
        </p:nvSpPr>
        <p:spPr>
          <a:xfrm>
            <a:off x="2876737" y="276131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Термин «Бизнес-аналитика»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11833DCC-BD52-2214-DFB1-227D6F05235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54206" y="1104522"/>
            <a:ext cx="10830286" cy="49250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55366082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xmlns="" id="{650C72AF-A29A-4F83-1CC0-7F32272FC428}"/>
              </a:ext>
            </a:extLst>
          </p:cNvPr>
          <p:cNvSpPr txBox="1"/>
          <p:nvPr/>
        </p:nvSpPr>
        <p:spPr>
          <a:xfrm>
            <a:off x="2876737" y="276131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«Бизнес-аналитика»</a:t>
            </a:r>
          </a:p>
        </p:txBody>
      </p:sp>
      <p:pic>
        <p:nvPicPr>
          <p:cNvPr id="7" name="Рисунок 6">
            <a:extLst>
              <a:ext uri="{FF2B5EF4-FFF2-40B4-BE49-F238E27FC236}">
                <a16:creationId xmlns:a16="http://schemas.microsoft.com/office/drawing/2014/main" xmlns="" id="{1E52172E-6142-F612-6468-CA53C3F906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82194" y="1702051"/>
            <a:ext cx="11469592" cy="32691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71006160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E084F9ED-A832-781D-49B4-740A77FF891E}"/>
              </a:ext>
            </a:extLst>
          </p:cNvPr>
          <p:cNvSpPr txBox="1"/>
          <p:nvPr/>
        </p:nvSpPr>
        <p:spPr>
          <a:xfrm>
            <a:off x="2876737" y="276131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Knowledge Discovery in Databases </a:t>
            </a:r>
            <a:endParaRPr lang="ru-RU" sz="2400" b="1" dirty="0">
              <a:latin typeface="Arial Black" panose="020B0A040201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EF87BAA3-5889-8376-7894-5C2882325AB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584123" y="1050201"/>
            <a:ext cx="10847385" cy="49140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66345395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E382A7C-F85A-B0DE-4594-501BE1462D8F}"/>
              </a:ext>
            </a:extLst>
          </p:cNvPr>
          <p:cNvSpPr txBox="1"/>
          <p:nvPr/>
        </p:nvSpPr>
        <p:spPr>
          <a:xfrm>
            <a:off x="2876737" y="276131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Шаги </a:t>
            </a:r>
            <a:r>
              <a:rPr lang="en-US" sz="2400" b="1" dirty="0">
                <a:latin typeface="Arial Black" panose="020B0A04020102020204" pitchFamily="34" charset="0"/>
              </a:rPr>
              <a:t>Knowledge Discovery in Databases </a:t>
            </a:r>
            <a:endParaRPr lang="ru-RU" sz="2400" b="1" dirty="0">
              <a:latin typeface="Arial Black" panose="020B0A04020102020204" pitchFamily="34" charset="0"/>
            </a:endParaRPr>
          </a:p>
        </p:txBody>
      </p:sp>
      <p:graphicFrame>
        <p:nvGraphicFramePr>
          <p:cNvPr id="6" name="Схема 5">
            <a:extLst>
              <a:ext uri="{FF2B5EF4-FFF2-40B4-BE49-F238E27FC236}">
                <a16:creationId xmlns:a16="http://schemas.microsoft.com/office/drawing/2014/main" xmlns="" id="{69A945CE-7874-411C-1567-8694D832E9EE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xmlns="" val="1070807110"/>
              </p:ext>
            </p:extLst>
          </p:nvPr>
        </p:nvGraphicFramePr>
        <p:xfrm>
          <a:off x="-75446" y="649586"/>
          <a:ext cx="12267446" cy="555882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xmlns="" val="269693479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99FF71A5-5146-C23C-5E72-063698E72B0E}"/>
              </a:ext>
            </a:extLst>
          </p:cNvPr>
          <p:cNvSpPr txBox="1"/>
          <p:nvPr/>
        </p:nvSpPr>
        <p:spPr>
          <a:xfrm>
            <a:off x="2487438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400" b="1" dirty="0">
                <a:latin typeface="Arial Black" panose="020B0A04020102020204" pitchFamily="34" charset="0"/>
              </a:rPr>
              <a:t>Data Mining – </a:t>
            </a:r>
            <a:r>
              <a:rPr lang="ru-RU" sz="2400" b="1" dirty="0">
                <a:latin typeface="Arial Black" panose="020B0A04020102020204" pitchFamily="34" charset="0"/>
              </a:rPr>
              <a:t>Интеллектуальный анализ данных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CEC4971-ABD1-EB75-1E92-2C64428BA95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1807" y="1376127"/>
            <a:ext cx="10645370" cy="42952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7631594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3C317503-0752-C5DA-A77E-215DA5A3ADAD}"/>
              </a:ext>
            </a:extLst>
          </p:cNvPr>
          <p:cNvSpPr txBox="1"/>
          <p:nvPr/>
        </p:nvSpPr>
        <p:spPr>
          <a:xfrm>
            <a:off x="2487438" y="321398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Свойство данных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00317B1-E836-070B-28A2-51D1F8E58A2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1842" y="1234451"/>
            <a:ext cx="10248316" cy="46322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3254454884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B8E930FD-F32E-A8A9-50A6-941B3AC794AB}"/>
              </a:ext>
            </a:extLst>
          </p:cNvPr>
          <p:cNvSpPr txBox="1"/>
          <p:nvPr/>
        </p:nvSpPr>
        <p:spPr>
          <a:xfrm>
            <a:off x="2487438" y="321398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Классы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C31F31D-6E67-5F47-59F0-2088CAC64B7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80851" y="921443"/>
            <a:ext cx="10230297" cy="382005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C6F4B1CC-30E9-B473-224E-363EE3CA49A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80851" y="4741501"/>
            <a:ext cx="10230298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268252942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99633FF-D1B1-B2D6-3A3A-42D1C48DB78E}"/>
              </a:ext>
            </a:extLst>
          </p:cNvPr>
          <p:cNvSpPr txBox="1"/>
          <p:nvPr/>
        </p:nvSpPr>
        <p:spPr>
          <a:xfrm>
            <a:off x="2487438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Задачи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(Ассоциативные правила)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8CEEF523-D7CC-0BAE-577D-C3D028E6FB1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481" y="1254120"/>
            <a:ext cx="7650178" cy="4187013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B67DA68C-CE3E-84DB-F55F-A000DE2F18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731660" y="1254120"/>
            <a:ext cx="4197792" cy="41870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4279312254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D7DAC9A3-C255-57FF-B840-624A7E571E49}"/>
              </a:ext>
            </a:extLst>
          </p:cNvPr>
          <p:cNvSpPr txBox="1"/>
          <p:nvPr/>
        </p:nvSpPr>
        <p:spPr>
          <a:xfrm>
            <a:off x="2487438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Задачи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(Кластеризация)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742AABC-67D0-1F6E-7D2B-617D5F629B5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21784" y="1258432"/>
            <a:ext cx="7035577" cy="3630440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739FDC76-9915-5AF4-9BA6-D63EA9BB64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279148" y="1258432"/>
            <a:ext cx="4653320" cy="49069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852884410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A47E5F99-9817-67B0-BF1F-B14482F7BBDC}"/>
              </a:ext>
            </a:extLst>
          </p:cNvPr>
          <p:cNvSpPr txBox="1"/>
          <p:nvPr/>
        </p:nvSpPr>
        <p:spPr>
          <a:xfrm>
            <a:off x="2487438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Задачи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(Задача сокращения описания)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DB582803-F2D1-41FD-6F8C-DBA91DE0678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068309" y="1389104"/>
            <a:ext cx="10284736" cy="47440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96614956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2031B585-6159-E1CD-D4AF-905F4A215900}"/>
              </a:ext>
            </a:extLst>
          </p:cNvPr>
          <p:cNvSpPr txBox="1"/>
          <p:nvPr/>
        </p:nvSpPr>
        <p:spPr>
          <a:xfrm>
            <a:off x="2487438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Задачи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(Задача классификации)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7D00A06-E720-0151-4997-7566E89B8A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981790" y="1465165"/>
            <a:ext cx="3122693" cy="4428637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48CB46F2-6EED-C483-85C4-AB0581C9B8F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51486" y="1465168"/>
            <a:ext cx="4483888" cy="4428637"/>
          </a:xfrm>
          <a:prstGeom prst="rect">
            <a:avLst/>
          </a:prstGeom>
        </p:spPr>
      </p:pic>
      <p:pic>
        <p:nvPicPr>
          <p:cNvPr id="10" name="Рисунок 9">
            <a:extLst>
              <a:ext uri="{FF2B5EF4-FFF2-40B4-BE49-F238E27FC236}">
                <a16:creationId xmlns:a16="http://schemas.microsoft.com/office/drawing/2014/main" xmlns="" id="{8B656E7B-4566-B592-61DD-365B8CB571B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4635374" y="1465167"/>
            <a:ext cx="4346418" cy="442863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1303090494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273503-FABB-606E-EBFC-EE1C3C5EC250}"/>
              </a:ext>
            </a:extLst>
          </p:cNvPr>
          <p:cNvSpPr txBox="1"/>
          <p:nvPr/>
        </p:nvSpPr>
        <p:spPr>
          <a:xfrm>
            <a:off x="2487438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Задачи в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r>
              <a:rPr lang="ru-RU" sz="2400" b="1" dirty="0">
                <a:latin typeface="Arial Black" panose="020B0A04020102020204" pitchFamily="34" charset="0"/>
              </a:rPr>
              <a:t> (Задача регрессии) 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B8CEC244-1641-F044-D197-C4E95D91527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130939" y="1339913"/>
            <a:ext cx="7564506" cy="4200808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2D3CA815-AD0B-F9E0-F921-C9A7E1D7DDA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695445" y="1339913"/>
            <a:ext cx="4066579" cy="42008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678319691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A6183BB-4835-1DA6-BBDA-D5090A075D35}"/>
              </a:ext>
            </a:extLst>
          </p:cNvPr>
          <p:cNvSpPr txBox="1"/>
          <p:nvPr/>
        </p:nvSpPr>
        <p:spPr>
          <a:xfrm>
            <a:off x="2487438" y="321398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Методы</a:t>
            </a:r>
            <a:r>
              <a:rPr lang="en-US" sz="2400" b="1" dirty="0">
                <a:latin typeface="Arial Black" panose="020B0A04020102020204" pitchFamily="34" charset="0"/>
              </a:rPr>
              <a:t> Data Mining</a:t>
            </a:r>
            <a:endParaRPr lang="ru-RU" sz="2400" b="1" dirty="0">
              <a:latin typeface="Arial Black" panose="020B0A04020102020204" pitchFamily="34" charset="0"/>
            </a:endParaRP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F1509E0-3255-238E-DD62-2888BC16016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972883" y="1394295"/>
            <a:ext cx="6136197" cy="4493436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C6E5B30A-7A28-59A1-55C6-3EF6135D28A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7322426" y="1394295"/>
            <a:ext cx="4572638" cy="44934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854061574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01AE913A-D26A-6FA0-2729-8BCA9DCD48B9}"/>
              </a:ext>
            </a:extLst>
          </p:cNvPr>
          <p:cNvSpPr txBox="1"/>
          <p:nvPr/>
        </p:nvSpPr>
        <p:spPr>
          <a:xfrm>
            <a:off x="2487438" y="321398"/>
            <a:ext cx="609750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Машинное обучение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DFA9A04E-767A-3BE6-393C-EF0E477AA14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14811" y="1254446"/>
            <a:ext cx="11123691" cy="48111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207048087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xmlns="" id="{1F84AC08-9B50-1EFC-10A6-AFA6943CE9A6}"/>
              </a:ext>
            </a:extLst>
          </p:cNvPr>
          <p:cNvSpPr txBox="1"/>
          <p:nvPr/>
        </p:nvSpPr>
        <p:spPr>
          <a:xfrm>
            <a:off x="2840523" y="321398"/>
            <a:ext cx="6097508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ru-RU" sz="2400" b="1" dirty="0">
                <a:latin typeface="Arial Black" panose="020B0A04020102020204" pitchFamily="34" charset="0"/>
              </a:rPr>
              <a:t>Машинное обучение (Постановка задачи)</a:t>
            </a:r>
          </a:p>
        </p:txBody>
      </p:sp>
      <p:pic>
        <p:nvPicPr>
          <p:cNvPr id="6" name="Рисунок 5">
            <a:extLst>
              <a:ext uri="{FF2B5EF4-FFF2-40B4-BE49-F238E27FC236}">
                <a16:creationId xmlns:a16="http://schemas.microsoft.com/office/drawing/2014/main" xmlns="" id="{4DC059FF-B310-02CE-B69F-E8AE5488707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879085" y="1255556"/>
            <a:ext cx="10213527" cy="2037984"/>
          </a:xfrm>
          <a:prstGeom prst="rect">
            <a:avLst/>
          </a:prstGeom>
        </p:spPr>
      </p:pic>
      <p:pic>
        <p:nvPicPr>
          <p:cNvPr id="8" name="Рисунок 7">
            <a:extLst>
              <a:ext uri="{FF2B5EF4-FFF2-40B4-BE49-F238E27FC236}">
                <a16:creationId xmlns:a16="http://schemas.microsoft.com/office/drawing/2014/main" xmlns="" id="{1264BE49-50AE-BB04-062B-19E3E569F579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xmlns="" val="0"/>
              </a:ext>
            </a:extLst>
          </a:blip>
          <a:stretch>
            <a:fillRect/>
          </a:stretch>
        </p:blipFill>
        <p:spPr>
          <a:xfrm>
            <a:off x="2413963" y="3429000"/>
            <a:ext cx="7364073" cy="28163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xmlns="" val="2522750820"/>
      </p:ext>
    </p:extLst>
  </p:cSld>
  <p:clrMapOvr>
    <a:masterClrMapping/>
  </p:clrMapOvr>
</p:sld>
</file>

<file path=ppt/theme/theme1.xml><?xml version="1.0" encoding="utf-8"?>
<a:theme xmlns:a="http://schemas.openxmlformats.org/drawingml/2006/main" name="Капля">
  <a:themeElements>
    <a:clrScheme name="Капля">
      <a:dk1>
        <a:sysClr val="windowText" lastClr="000000"/>
      </a:dk1>
      <a:lt1>
        <a:sysClr val="window" lastClr="FFFFFF"/>
      </a:lt1>
      <a:dk2>
        <a:srgbClr val="1C647B"/>
      </a:dk2>
      <a:lt2>
        <a:srgbClr val="98B7D3"/>
      </a:lt2>
      <a:accent1>
        <a:srgbClr val="274FA4"/>
      </a:accent1>
      <a:accent2>
        <a:srgbClr val="48A8D0"/>
      </a:accent2>
      <a:accent3>
        <a:srgbClr val="53B18F"/>
      </a:accent3>
      <a:accent4>
        <a:srgbClr val="D78D38"/>
      </a:accent4>
      <a:accent5>
        <a:srgbClr val="BA3F51"/>
      </a:accent5>
      <a:accent6>
        <a:srgbClr val="AE52D9"/>
      </a:accent6>
      <a:hlink>
        <a:srgbClr val="2AA2DA"/>
      </a:hlink>
      <a:folHlink>
        <a:srgbClr val="76A3B8"/>
      </a:folHlink>
    </a:clrScheme>
    <a:fontScheme name="Капля">
      <a:maj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Капля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92000"/>
                <a:satMod val="180000"/>
                <a:lumMod val="114000"/>
              </a:schemeClr>
            </a:gs>
            <a:gs pos="100000">
              <a:schemeClr val="phClr">
                <a:shade val="92000"/>
                <a:satMod val="170000"/>
                <a:lumMod val="96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Droplet" id="{8984A317-299A-4E50-B45D-BFC9EDE2337A}" vid="{DEB094D4-7FD8-4F86-93D5-B0F1341EF586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Капля</Template>
  <TotalTime>515</TotalTime>
  <Words>863</Words>
  <Application>Microsoft Office PowerPoint</Application>
  <PresentationFormat>自定义</PresentationFormat>
  <Paragraphs>133</Paragraphs>
  <Slides>51</Slides>
  <Notes>1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51</vt:i4>
      </vt:variant>
    </vt:vector>
  </HeadingPairs>
  <TitlesOfParts>
    <vt:vector size="52" baseType="lpstr">
      <vt:lpstr>Капля</vt:lpstr>
      <vt:lpstr>幻灯片 1</vt:lpstr>
      <vt:lpstr>幻灯片 2</vt:lpstr>
      <vt:lpstr>幻灯片 3</vt:lpstr>
      <vt:lpstr>幻灯片 4</vt:lpstr>
      <vt:lpstr>幻灯片 5</vt:lpstr>
      <vt:lpstr>幻灯片 6</vt:lpstr>
      <vt:lpstr>幻灯片 7</vt:lpstr>
      <vt:lpstr>幻灯片 8</vt:lpstr>
      <vt:lpstr>幻灯片 9</vt:lpstr>
      <vt:lpstr>幻灯片 10</vt:lpstr>
      <vt:lpstr>幻灯片 11</vt:lpstr>
      <vt:lpstr>幻灯片 12</vt:lpstr>
      <vt:lpstr>幻灯片 13</vt:lpstr>
      <vt:lpstr>幻灯片 14</vt:lpstr>
      <vt:lpstr>幻灯片 15</vt:lpstr>
      <vt:lpstr>幻灯片 16</vt:lpstr>
      <vt:lpstr>幻灯片 17</vt:lpstr>
      <vt:lpstr>幻灯片 18</vt:lpstr>
      <vt:lpstr>幻灯片 19</vt:lpstr>
      <vt:lpstr>幻灯片 20</vt:lpstr>
      <vt:lpstr>幻灯片 21</vt:lpstr>
      <vt:lpstr>幻灯片 22</vt:lpstr>
      <vt:lpstr>幻灯片 23</vt:lpstr>
      <vt:lpstr>幻灯片 24</vt:lpstr>
      <vt:lpstr>幻灯片 25</vt:lpstr>
      <vt:lpstr>幻灯片 26</vt:lpstr>
      <vt:lpstr>幻灯片 27</vt:lpstr>
      <vt:lpstr>幻灯片 28</vt:lpstr>
      <vt:lpstr>幻灯片 29</vt:lpstr>
      <vt:lpstr>幻灯片 30</vt:lpstr>
      <vt:lpstr>幻灯片 31</vt:lpstr>
      <vt:lpstr>幻灯片 32</vt:lpstr>
      <vt:lpstr>幻灯片 33</vt:lpstr>
      <vt:lpstr>幻灯片 34</vt:lpstr>
      <vt:lpstr>幻灯片 35</vt:lpstr>
      <vt:lpstr>幻灯片 36</vt:lpstr>
      <vt:lpstr>幻灯片 37</vt:lpstr>
      <vt:lpstr>幻灯片 38</vt:lpstr>
      <vt:lpstr>幻灯片 39</vt:lpstr>
      <vt:lpstr>幻灯片 40</vt:lpstr>
      <vt:lpstr>幻灯片 41</vt:lpstr>
      <vt:lpstr>幻灯片 42</vt:lpstr>
      <vt:lpstr>幻灯片 43</vt:lpstr>
      <vt:lpstr>幻灯片 44</vt:lpstr>
      <vt:lpstr>幻灯片 45</vt:lpstr>
      <vt:lpstr>幻灯片 46</vt:lpstr>
      <vt:lpstr>幻灯片 47</vt:lpstr>
      <vt:lpstr>幻灯片 48</vt:lpstr>
      <vt:lpstr>幻灯片 49</vt:lpstr>
      <vt:lpstr>幻灯片 50</vt:lpstr>
      <vt:lpstr>幻灯片 51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dc:creator>Owner</dc:creator>
  <cp:lastModifiedBy>China</cp:lastModifiedBy>
  <cp:revision>3</cp:revision>
  <dcterms:created xsi:type="dcterms:W3CDTF">2025-11-11T08:07:27Z</dcterms:created>
  <dcterms:modified xsi:type="dcterms:W3CDTF">2026-09-15T17:20:02Z</dcterms:modified>
</cp:coreProperties>
</file>